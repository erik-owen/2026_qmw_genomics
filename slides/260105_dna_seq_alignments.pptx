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3"/>
    <p:restoredTop sz="83356"/>
  </p:normalViewPr>
  <p:slideViewPr>
    <p:cSldViewPr snapToGrid="0">
      <p:cViewPr>
        <p:scale>
          <a:sx n="95" d="100"/>
          <a:sy n="95" d="100"/>
        </p:scale>
        <p:origin x="33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857313-DA71-0F40-ADD5-8A565093EA44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3712EB-7BC4-D140-B266-14C816D3470C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Benign</a:t>
          </a:r>
        </a:p>
      </dgm:t>
    </dgm:pt>
    <dgm:pt modelId="{35D83564-5999-4645-9DEB-C3DACB8E8103}" type="parTrans" cxnId="{8D4A6B5A-139A-6247-834C-563D8DF805F7}">
      <dgm:prSet/>
      <dgm:spPr/>
      <dgm:t>
        <a:bodyPr/>
        <a:lstStyle/>
        <a:p>
          <a:endParaRPr lang="en-US"/>
        </a:p>
      </dgm:t>
    </dgm:pt>
    <dgm:pt modelId="{517095E6-67A6-D947-B8FE-C01F183C1143}" type="sibTrans" cxnId="{8D4A6B5A-139A-6247-834C-563D8DF805F7}">
      <dgm:prSet/>
      <dgm:spPr/>
      <dgm:t>
        <a:bodyPr/>
        <a:lstStyle/>
        <a:p>
          <a:endParaRPr lang="en-US"/>
        </a:p>
      </dgm:t>
    </dgm:pt>
    <dgm:pt modelId="{42BA3051-8D06-D64A-B97B-7694903B05E4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Likely Benign</a:t>
          </a:r>
        </a:p>
      </dgm:t>
    </dgm:pt>
    <dgm:pt modelId="{B63DCA39-EE6B-7748-A772-009F2AB18E02}" type="parTrans" cxnId="{12A9B81D-106F-5943-AAAD-F10478629DE0}">
      <dgm:prSet/>
      <dgm:spPr/>
      <dgm:t>
        <a:bodyPr/>
        <a:lstStyle/>
        <a:p>
          <a:endParaRPr lang="en-US"/>
        </a:p>
      </dgm:t>
    </dgm:pt>
    <dgm:pt modelId="{0D343554-CEF0-934E-820A-5A31A25B7D86}" type="sibTrans" cxnId="{12A9B81D-106F-5943-AAAD-F10478629DE0}">
      <dgm:prSet/>
      <dgm:spPr/>
      <dgm:t>
        <a:bodyPr/>
        <a:lstStyle/>
        <a:p>
          <a:endParaRPr lang="en-US"/>
        </a:p>
      </dgm:t>
    </dgm:pt>
    <dgm:pt modelId="{DC4DB7EC-B3E3-D142-B4CA-11D7D1447B52}">
      <dgm:prSet phldrT="[Text]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Variant of Uncertain Significance (VUS)</a:t>
          </a:r>
        </a:p>
      </dgm:t>
    </dgm:pt>
    <dgm:pt modelId="{E3CC5D5D-7A4D-1D40-A0E1-B1359AFBB3AF}" type="parTrans" cxnId="{A18263DC-9B5D-7740-A0D9-590AA0BEA5F1}">
      <dgm:prSet/>
      <dgm:spPr/>
      <dgm:t>
        <a:bodyPr/>
        <a:lstStyle/>
        <a:p>
          <a:endParaRPr lang="en-US"/>
        </a:p>
      </dgm:t>
    </dgm:pt>
    <dgm:pt modelId="{5C0DD45F-7381-9B45-9C36-0C415E8DAE4B}" type="sibTrans" cxnId="{A18263DC-9B5D-7740-A0D9-590AA0BEA5F1}">
      <dgm:prSet/>
      <dgm:spPr/>
      <dgm:t>
        <a:bodyPr/>
        <a:lstStyle/>
        <a:p>
          <a:endParaRPr lang="en-US"/>
        </a:p>
      </dgm:t>
    </dgm:pt>
    <dgm:pt modelId="{FF4AC841-6A08-0145-901D-5E0FA1BD4120}">
      <dgm:prSet phldrT="[Text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Likely Pathogenic</a:t>
          </a:r>
        </a:p>
      </dgm:t>
    </dgm:pt>
    <dgm:pt modelId="{F2B9C477-B4C4-EE4E-B1A9-59D5BD6D7BF2}" type="parTrans" cxnId="{E4C94292-4815-A946-A957-5DA5A8D2B423}">
      <dgm:prSet/>
      <dgm:spPr/>
      <dgm:t>
        <a:bodyPr/>
        <a:lstStyle/>
        <a:p>
          <a:endParaRPr lang="en-US"/>
        </a:p>
      </dgm:t>
    </dgm:pt>
    <dgm:pt modelId="{B425C6F9-0B89-E44E-ADFF-8FF396E8BDA6}" type="sibTrans" cxnId="{E4C94292-4815-A946-A957-5DA5A8D2B423}">
      <dgm:prSet/>
      <dgm:spPr/>
      <dgm:t>
        <a:bodyPr/>
        <a:lstStyle/>
        <a:p>
          <a:endParaRPr lang="en-US"/>
        </a:p>
      </dgm:t>
    </dgm:pt>
    <dgm:pt modelId="{6510DDAF-70F6-0143-AF30-83930AFA0F7F}">
      <dgm:prSet phldrT="[Text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Pathogenic</a:t>
          </a:r>
        </a:p>
      </dgm:t>
    </dgm:pt>
    <dgm:pt modelId="{C72DBA46-CED2-ED49-9C12-6BC657F780DD}" type="parTrans" cxnId="{B5752A99-C512-2745-80FE-9421C574597B}">
      <dgm:prSet/>
      <dgm:spPr/>
      <dgm:t>
        <a:bodyPr/>
        <a:lstStyle/>
        <a:p>
          <a:endParaRPr lang="en-US"/>
        </a:p>
      </dgm:t>
    </dgm:pt>
    <dgm:pt modelId="{46B5F743-B044-A941-B968-9549FE41902A}" type="sibTrans" cxnId="{B5752A99-C512-2745-80FE-9421C574597B}">
      <dgm:prSet/>
      <dgm:spPr/>
      <dgm:t>
        <a:bodyPr/>
        <a:lstStyle/>
        <a:p>
          <a:endParaRPr lang="en-US"/>
        </a:p>
      </dgm:t>
    </dgm:pt>
    <dgm:pt modelId="{6A3EC41D-B082-3046-9FEC-B7BCE5871D83}" type="pres">
      <dgm:prSet presAssocID="{A2857313-DA71-0F40-ADD5-8A565093EA44}" presName="diagram" presStyleCnt="0">
        <dgm:presLayoutVars>
          <dgm:dir/>
          <dgm:resizeHandles val="exact"/>
        </dgm:presLayoutVars>
      </dgm:prSet>
      <dgm:spPr/>
    </dgm:pt>
    <dgm:pt modelId="{9342513E-CC7E-AC40-BEF5-0CC5510B83C4}" type="pres">
      <dgm:prSet presAssocID="{EE3712EB-7BC4-D140-B266-14C816D3470C}" presName="node" presStyleLbl="node1" presStyleIdx="0" presStyleCnt="5">
        <dgm:presLayoutVars>
          <dgm:bulletEnabled val="1"/>
        </dgm:presLayoutVars>
      </dgm:prSet>
      <dgm:spPr/>
    </dgm:pt>
    <dgm:pt modelId="{406F64EB-9DAD-624A-8E55-29628FF6A5F5}" type="pres">
      <dgm:prSet presAssocID="{517095E6-67A6-D947-B8FE-C01F183C1143}" presName="sibTrans" presStyleCnt="0"/>
      <dgm:spPr/>
    </dgm:pt>
    <dgm:pt modelId="{48ED0D41-7DCE-8041-8032-B474EBDADA59}" type="pres">
      <dgm:prSet presAssocID="{42BA3051-8D06-D64A-B97B-7694903B05E4}" presName="node" presStyleLbl="node1" presStyleIdx="1" presStyleCnt="5">
        <dgm:presLayoutVars>
          <dgm:bulletEnabled val="1"/>
        </dgm:presLayoutVars>
      </dgm:prSet>
      <dgm:spPr/>
    </dgm:pt>
    <dgm:pt modelId="{F5A366F5-5C6A-9A4E-AD6F-EECDF315075C}" type="pres">
      <dgm:prSet presAssocID="{0D343554-CEF0-934E-820A-5A31A25B7D86}" presName="sibTrans" presStyleCnt="0"/>
      <dgm:spPr/>
    </dgm:pt>
    <dgm:pt modelId="{15A2D0D4-E89C-2A45-B18D-D96891AC378E}" type="pres">
      <dgm:prSet presAssocID="{DC4DB7EC-B3E3-D142-B4CA-11D7D1447B52}" presName="node" presStyleLbl="node1" presStyleIdx="2" presStyleCnt="5" custLinFactNeighborX="61728">
        <dgm:presLayoutVars>
          <dgm:bulletEnabled val="1"/>
        </dgm:presLayoutVars>
      </dgm:prSet>
      <dgm:spPr/>
    </dgm:pt>
    <dgm:pt modelId="{293A7272-416B-A049-B93D-2DC2F752BC61}" type="pres">
      <dgm:prSet presAssocID="{5C0DD45F-7381-9B45-9C36-0C415E8DAE4B}" presName="sibTrans" presStyleCnt="0"/>
      <dgm:spPr/>
    </dgm:pt>
    <dgm:pt modelId="{372F3028-0ECB-E540-BC02-FA4D85C30E44}" type="pres">
      <dgm:prSet presAssocID="{FF4AC841-6A08-0145-901D-5E0FA1BD4120}" presName="node" presStyleLbl="node1" presStyleIdx="3" presStyleCnt="5" custLinFactX="-27410" custLinFactY="12344" custLinFactNeighborX="-100000" custLinFactNeighborY="100000">
        <dgm:presLayoutVars>
          <dgm:bulletEnabled val="1"/>
        </dgm:presLayoutVars>
      </dgm:prSet>
      <dgm:spPr/>
    </dgm:pt>
    <dgm:pt modelId="{B256D0BA-652C-3143-BFBC-06E5300AE049}" type="pres">
      <dgm:prSet presAssocID="{B425C6F9-0B89-E44E-ADFF-8FF396E8BDA6}" presName="sibTrans" presStyleCnt="0"/>
      <dgm:spPr/>
    </dgm:pt>
    <dgm:pt modelId="{DD6293BC-E682-514D-92A1-A00B5D126131}" type="pres">
      <dgm:prSet presAssocID="{6510DDAF-70F6-0143-AF30-83930AFA0F7F}" presName="node" presStyleLbl="node1" presStyleIdx="4" presStyleCnt="5" custLinFactNeighborX="72392" custLinFactNeighborY="-4322">
        <dgm:presLayoutVars>
          <dgm:bulletEnabled val="1"/>
        </dgm:presLayoutVars>
      </dgm:prSet>
      <dgm:spPr/>
    </dgm:pt>
  </dgm:ptLst>
  <dgm:cxnLst>
    <dgm:cxn modelId="{DDDE7809-DECB-1D49-94FB-C98C7E779479}" type="presOf" srcId="{FF4AC841-6A08-0145-901D-5E0FA1BD4120}" destId="{372F3028-0ECB-E540-BC02-FA4D85C30E44}" srcOrd="0" destOrd="0" presId="urn:microsoft.com/office/officeart/2005/8/layout/default"/>
    <dgm:cxn modelId="{12A9B81D-106F-5943-AAAD-F10478629DE0}" srcId="{A2857313-DA71-0F40-ADD5-8A565093EA44}" destId="{42BA3051-8D06-D64A-B97B-7694903B05E4}" srcOrd="1" destOrd="0" parTransId="{B63DCA39-EE6B-7748-A772-009F2AB18E02}" sibTransId="{0D343554-CEF0-934E-820A-5A31A25B7D86}"/>
    <dgm:cxn modelId="{1A3AE121-B7F6-4D4A-B2DE-173B839F00C1}" type="presOf" srcId="{DC4DB7EC-B3E3-D142-B4CA-11D7D1447B52}" destId="{15A2D0D4-E89C-2A45-B18D-D96891AC378E}" srcOrd="0" destOrd="0" presId="urn:microsoft.com/office/officeart/2005/8/layout/default"/>
    <dgm:cxn modelId="{A474B12A-0DC8-9B40-9F26-50759C472BF7}" type="presOf" srcId="{A2857313-DA71-0F40-ADD5-8A565093EA44}" destId="{6A3EC41D-B082-3046-9FEC-B7BCE5871D83}" srcOrd="0" destOrd="0" presId="urn:microsoft.com/office/officeart/2005/8/layout/default"/>
    <dgm:cxn modelId="{8D4A6B5A-139A-6247-834C-563D8DF805F7}" srcId="{A2857313-DA71-0F40-ADD5-8A565093EA44}" destId="{EE3712EB-7BC4-D140-B266-14C816D3470C}" srcOrd="0" destOrd="0" parTransId="{35D83564-5999-4645-9DEB-C3DACB8E8103}" sibTransId="{517095E6-67A6-D947-B8FE-C01F183C1143}"/>
    <dgm:cxn modelId="{E4C94292-4815-A946-A957-5DA5A8D2B423}" srcId="{A2857313-DA71-0F40-ADD5-8A565093EA44}" destId="{FF4AC841-6A08-0145-901D-5E0FA1BD4120}" srcOrd="3" destOrd="0" parTransId="{F2B9C477-B4C4-EE4E-B1A9-59D5BD6D7BF2}" sibTransId="{B425C6F9-0B89-E44E-ADFF-8FF396E8BDA6}"/>
    <dgm:cxn modelId="{B5752A99-C512-2745-80FE-9421C574597B}" srcId="{A2857313-DA71-0F40-ADD5-8A565093EA44}" destId="{6510DDAF-70F6-0143-AF30-83930AFA0F7F}" srcOrd="4" destOrd="0" parTransId="{C72DBA46-CED2-ED49-9C12-6BC657F780DD}" sibTransId="{46B5F743-B044-A941-B968-9549FE41902A}"/>
    <dgm:cxn modelId="{FBECF6A5-47D2-8A46-83D0-877894E50385}" type="presOf" srcId="{42BA3051-8D06-D64A-B97B-7694903B05E4}" destId="{48ED0D41-7DCE-8041-8032-B474EBDADA59}" srcOrd="0" destOrd="0" presId="urn:microsoft.com/office/officeart/2005/8/layout/default"/>
    <dgm:cxn modelId="{F9ACFBB6-F030-0041-87CC-ADF643562DDE}" type="presOf" srcId="{EE3712EB-7BC4-D140-B266-14C816D3470C}" destId="{9342513E-CC7E-AC40-BEF5-0CC5510B83C4}" srcOrd="0" destOrd="0" presId="urn:microsoft.com/office/officeart/2005/8/layout/default"/>
    <dgm:cxn modelId="{82B3CDC3-A967-2B49-8BCE-B2A11D1E2529}" type="presOf" srcId="{6510DDAF-70F6-0143-AF30-83930AFA0F7F}" destId="{DD6293BC-E682-514D-92A1-A00B5D126131}" srcOrd="0" destOrd="0" presId="urn:microsoft.com/office/officeart/2005/8/layout/default"/>
    <dgm:cxn modelId="{A18263DC-9B5D-7740-A0D9-590AA0BEA5F1}" srcId="{A2857313-DA71-0F40-ADD5-8A565093EA44}" destId="{DC4DB7EC-B3E3-D142-B4CA-11D7D1447B52}" srcOrd="2" destOrd="0" parTransId="{E3CC5D5D-7A4D-1D40-A0E1-B1359AFBB3AF}" sibTransId="{5C0DD45F-7381-9B45-9C36-0C415E8DAE4B}"/>
    <dgm:cxn modelId="{07633737-F80A-7541-ACFB-73B6EBEE9C70}" type="presParOf" srcId="{6A3EC41D-B082-3046-9FEC-B7BCE5871D83}" destId="{9342513E-CC7E-AC40-BEF5-0CC5510B83C4}" srcOrd="0" destOrd="0" presId="urn:microsoft.com/office/officeart/2005/8/layout/default"/>
    <dgm:cxn modelId="{561029C8-1800-894C-80A2-6F5DE306FCFC}" type="presParOf" srcId="{6A3EC41D-B082-3046-9FEC-B7BCE5871D83}" destId="{406F64EB-9DAD-624A-8E55-29628FF6A5F5}" srcOrd="1" destOrd="0" presId="urn:microsoft.com/office/officeart/2005/8/layout/default"/>
    <dgm:cxn modelId="{440B985C-241B-ED4E-80EB-13386F520742}" type="presParOf" srcId="{6A3EC41D-B082-3046-9FEC-B7BCE5871D83}" destId="{48ED0D41-7DCE-8041-8032-B474EBDADA59}" srcOrd="2" destOrd="0" presId="urn:microsoft.com/office/officeart/2005/8/layout/default"/>
    <dgm:cxn modelId="{3A524239-A248-D048-915B-D082B33406DF}" type="presParOf" srcId="{6A3EC41D-B082-3046-9FEC-B7BCE5871D83}" destId="{F5A366F5-5C6A-9A4E-AD6F-EECDF315075C}" srcOrd="3" destOrd="0" presId="urn:microsoft.com/office/officeart/2005/8/layout/default"/>
    <dgm:cxn modelId="{D738DF58-CCA4-2C41-B62D-8205C36BF00D}" type="presParOf" srcId="{6A3EC41D-B082-3046-9FEC-B7BCE5871D83}" destId="{15A2D0D4-E89C-2A45-B18D-D96891AC378E}" srcOrd="4" destOrd="0" presId="urn:microsoft.com/office/officeart/2005/8/layout/default"/>
    <dgm:cxn modelId="{639164AE-F9C1-5E45-9E06-7900520510F5}" type="presParOf" srcId="{6A3EC41D-B082-3046-9FEC-B7BCE5871D83}" destId="{293A7272-416B-A049-B93D-2DC2F752BC61}" srcOrd="5" destOrd="0" presId="urn:microsoft.com/office/officeart/2005/8/layout/default"/>
    <dgm:cxn modelId="{8B225FE9-6325-C747-AFF8-3162836D7221}" type="presParOf" srcId="{6A3EC41D-B082-3046-9FEC-B7BCE5871D83}" destId="{372F3028-0ECB-E540-BC02-FA4D85C30E44}" srcOrd="6" destOrd="0" presId="urn:microsoft.com/office/officeart/2005/8/layout/default"/>
    <dgm:cxn modelId="{85C6BA12-ED07-4C45-91BC-642BB1696936}" type="presParOf" srcId="{6A3EC41D-B082-3046-9FEC-B7BCE5871D83}" destId="{B256D0BA-652C-3143-BFBC-06E5300AE049}" srcOrd="7" destOrd="0" presId="urn:microsoft.com/office/officeart/2005/8/layout/default"/>
    <dgm:cxn modelId="{B62AD139-C15D-B94E-AED1-91AD9FDE85B0}" type="presParOf" srcId="{6A3EC41D-B082-3046-9FEC-B7BCE5871D83}" destId="{DD6293BC-E682-514D-92A1-A00B5D12613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38C2D3-FBEA-8E42-BAF1-2C53988949C7}" type="doc">
      <dgm:prSet loTypeId="urn:microsoft.com/office/officeart/2005/8/layout/process1" loCatId="" qsTypeId="urn:microsoft.com/office/officeart/2005/8/quickstyle/simple1" qsCatId="simple" csTypeId="urn:microsoft.com/office/officeart/2005/8/colors/accent1_4" csCatId="accent1" phldr="1"/>
      <dgm:spPr/>
    </dgm:pt>
    <dgm:pt modelId="{FC7C7BBB-7238-264E-BC20-022787F30667}">
      <dgm:prSet phldrT="[Text]"/>
      <dgm:spPr/>
      <dgm:t>
        <a:bodyPr/>
        <a:lstStyle/>
        <a:p>
          <a:r>
            <a:rPr lang="en-US" dirty="0"/>
            <a:t>FASTQ</a:t>
          </a:r>
        </a:p>
      </dgm:t>
    </dgm:pt>
    <dgm:pt modelId="{A9417A92-04B8-654A-BFB1-4FB634327597}" type="parTrans" cxnId="{3B51A8A8-B4D1-664E-92FA-B9B419B36D76}">
      <dgm:prSet/>
      <dgm:spPr/>
      <dgm:t>
        <a:bodyPr/>
        <a:lstStyle/>
        <a:p>
          <a:endParaRPr lang="en-US"/>
        </a:p>
      </dgm:t>
    </dgm:pt>
    <dgm:pt modelId="{A7720B5E-83F3-914C-94FA-9056A5FBB21E}" type="sibTrans" cxnId="{3B51A8A8-B4D1-664E-92FA-B9B419B36D76}">
      <dgm:prSet/>
      <dgm:spPr/>
      <dgm:t>
        <a:bodyPr/>
        <a:lstStyle/>
        <a:p>
          <a:endParaRPr lang="en-US"/>
        </a:p>
      </dgm:t>
    </dgm:pt>
    <dgm:pt modelId="{50637639-B282-F448-8D0C-BAC01C36E7E1}">
      <dgm:prSet phldrT="[Text]"/>
      <dgm:spPr/>
      <dgm:t>
        <a:bodyPr/>
        <a:lstStyle/>
        <a:p>
          <a:r>
            <a:rPr lang="en-US" dirty="0"/>
            <a:t>BAM</a:t>
          </a:r>
        </a:p>
      </dgm:t>
    </dgm:pt>
    <dgm:pt modelId="{371B5430-6546-8242-8DD4-C442D2B31708}" type="parTrans" cxnId="{7B5F549A-CDEF-B440-9158-6093030F579B}">
      <dgm:prSet/>
      <dgm:spPr/>
      <dgm:t>
        <a:bodyPr/>
        <a:lstStyle/>
        <a:p>
          <a:endParaRPr lang="en-US"/>
        </a:p>
      </dgm:t>
    </dgm:pt>
    <dgm:pt modelId="{F594AF33-6612-A548-9E41-F760868DFBF3}" type="sibTrans" cxnId="{7B5F549A-CDEF-B440-9158-6093030F579B}">
      <dgm:prSet/>
      <dgm:spPr/>
      <dgm:t>
        <a:bodyPr/>
        <a:lstStyle/>
        <a:p>
          <a:endParaRPr lang="en-US"/>
        </a:p>
      </dgm:t>
    </dgm:pt>
    <dgm:pt modelId="{D910B682-8FA7-1047-950F-0BA7828A5388}">
      <dgm:prSet phldrT="[Text]"/>
      <dgm:spPr/>
      <dgm:t>
        <a:bodyPr/>
        <a:lstStyle/>
        <a:p>
          <a:r>
            <a:rPr lang="en-US" dirty="0"/>
            <a:t>VCF</a:t>
          </a:r>
        </a:p>
      </dgm:t>
    </dgm:pt>
    <dgm:pt modelId="{D7D45DAC-1863-F34B-B83A-5F2FACA6C9CF}" type="parTrans" cxnId="{EBA9EECD-71FB-8D41-AE91-0374247E440A}">
      <dgm:prSet/>
      <dgm:spPr/>
      <dgm:t>
        <a:bodyPr/>
        <a:lstStyle/>
        <a:p>
          <a:endParaRPr lang="en-US"/>
        </a:p>
      </dgm:t>
    </dgm:pt>
    <dgm:pt modelId="{B0B4EA05-C398-5641-927E-80DDA552140D}" type="sibTrans" cxnId="{EBA9EECD-71FB-8D41-AE91-0374247E440A}">
      <dgm:prSet/>
      <dgm:spPr/>
      <dgm:t>
        <a:bodyPr/>
        <a:lstStyle/>
        <a:p>
          <a:endParaRPr lang="en-US"/>
        </a:p>
      </dgm:t>
    </dgm:pt>
    <dgm:pt modelId="{6F9BC2C8-8005-D942-B285-AB19DA10988B}">
      <dgm:prSet phldrT="[Text]"/>
      <dgm:spPr/>
      <dgm:t>
        <a:bodyPr/>
        <a:lstStyle/>
        <a:p>
          <a:r>
            <a:rPr lang="en-US" dirty="0"/>
            <a:t>IGV</a:t>
          </a:r>
        </a:p>
      </dgm:t>
    </dgm:pt>
    <dgm:pt modelId="{7E63EC47-4B3E-EC41-9852-5D655B48A62F}" type="parTrans" cxnId="{FD85A694-D149-F543-B44A-611CD229DB33}">
      <dgm:prSet/>
      <dgm:spPr/>
      <dgm:t>
        <a:bodyPr/>
        <a:lstStyle/>
        <a:p>
          <a:endParaRPr lang="en-US"/>
        </a:p>
      </dgm:t>
    </dgm:pt>
    <dgm:pt modelId="{0DF691D2-3F59-2A44-AD2D-D48B18D72E2B}" type="sibTrans" cxnId="{FD85A694-D149-F543-B44A-611CD229DB33}">
      <dgm:prSet/>
      <dgm:spPr/>
      <dgm:t>
        <a:bodyPr/>
        <a:lstStyle/>
        <a:p>
          <a:endParaRPr lang="en-US"/>
        </a:p>
      </dgm:t>
    </dgm:pt>
    <dgm:pt modelId="{028CAEEC-886A-D447-8958-09227FACC7B8}" type="pres">
      <dgm:prSet presAssocID="{5338C2D3-FBEA-8E42-BAF1-2C53988949C7}" presName="Name0" presStyleCnt="0">
        <dgm:presLayoutVars>
          <dgm:dir/>
          <dgm:resizeHandles val="exact"/>
        </dgm:presLayoutVars>
      </dgm:prSet>
      <dgm:spPr/>
    </dgm:pt>
    <dgm:pt modelId="{421FDD32-68DF-8545-8C77-335B9A229751}" type="pres">
      <dgm:prSet presAssocID="{FC7C7BBB-7238-264E-BC20-022787F30667}" presName="node" presStyleLbl="node1" presStyleIdx="0" presStyleCnt="4">
        <dgm:presLayoutVars>
          <dgm:bulletEnabled val="1"/>
        </dgm:presLayoutVars>
      </dgm:prSet>
      <dgm:spPr/>
    </dgm:pt>
    <dgm:pt modelId="{0EB75320-A6BB-6546-8F20-121306EB2CEB}" type="pres">
      <dgm:prSet presAssocID="{A7720B5E-83F3-914C-94FA-9056A5FBB21E}" presName="sibTrans" presStyleLbl="sibTrans2D1" presStyleIdx="0" presStyleCnt="3"/>
      <dgm:spPr/>
    </dgm:pt>
    <dgm:pt modelId="{9339C2C5-6D56-1240-BBAA-C60E646D38BD}" type="pres">
      <dgm:prSet presAssocID="{A7720B5E-83F3-914C-94FA-9056A5FBB21E}" presName="connectorText" presStyleLbl="sibTrans2D1" presStyleIdx="0" presStyleCnt="3"/>
      <dgm:spPr/>
    </dgm:pt>
    <dgm:pt modelId="{6B15D0A7-07D6-3944-A1D0-896FBBF498B8}" type="pres">
      <dgm:prSet presAssocID="{50637639-B282-F448-8D0C-BAC01C36E7E1}" presName="node" presStyleLbl="node1" presStyleIdx="1" presStyleCnt="4">
        <dgm:presLayoutVars>
          <dgm:bulletEnabled val="1"/>
        </dgm:presLayoutVars>
      </dgm:prSet>
      <dgm:spPr/>
    </dgm:pt>
    <dgm:pt modelId="{25DE0D9C-C2A3-574D-AB38-2ADD78BDACF4}" type="pres">
      <dgm:prSet presAssocID="{F594AF33-6612-A548-9E41-F760868DFBF3}" presName="sibTrans" presStyleLbl="sibTrans2D1" presStyleIdx="1" presStyleCnt="3"/>
      <dgm:spPr/>
    </dgm:pt>
    <dgm:pt modelId="{177CF88A-D92F-0A42-9B11-B190D628530F}" type="pres">
      <dgm:prSet presAssocID="{F594AF33-6612-A548-9E41-F760868DFBF3}" presName="connectorText" presStyleLbl="sibTrans2D1" presStyleIdx="1" presStyleCnt="3"/>
      <dgm:spPr/>
    </dgm:pt>
    <dgm:pt modelId="{887E0130-3FE6-9D44-834C-B7D36D81D76B}" type="pres">
      <dgm:prSet presAssocID="{D910B682-8FA7-1047-950F-0BA7828A5388}" presName="node" presStyleLbl="node1" presStyleIdx="2" presStyleCnt="4">
        <dgm:presLayoutVars>
          <dgm:bulletEnabled val="1"/>
        </dgm:presLayoutVars>
      </dgm:prSet>
      <dgm:spPr/>
    </dgm:pt>
    <dgm:pt modelId="{EE5EE5B9-14B2-024F-BB62-19603498E96A}" type="pres">
      <dgm:prSet presAssocID="{B0B4EA05-C398-5641-927E-80DDA552140D}" presName="sibTrans" presStyleLbl="sibTrans2D1" presStyleIdx="2" presStyleCnt="3"/>
      <dgm:spPr/>
    </dgm:pt>
    <dgm:pt modelId="{D7B42723-1A11-C741-ACF6-0F926379CE7D}" type="pres">
      <dgm:prSet presAssocID="{B0B4EA05-C398-5641-927E-80DDA552140D}" presName="connectorText" presStyleLbl="sibTrans2D1" presStyleIdx="2" presStyleCnt="3"/>
      <dgm:spPr/>
    </dgm:pt>
    <dgm:pt modelId="{617CB4EA-9198-4A4D-89F5-B351DBB5A919}" type="pres">
      <dgm:prSet presAssocID="{6F9BC2C8-8005-D942-B285-AB19DA10988B}" presName="node" presStyleLbl="node1" presStyleIdx="3" presStyleCnt="4">
        <dgm:presLayoutVars>
          <dgm:bulletEnabled val="1"/>
        </dgm:presLayoutVars>
      </dgm:prSet>
      <dgm:spPr/>
    </dgm:pt>
  </dgm:ptLst>
  <dgm:cxnLst>
    <dgm:cxn modelId="{D49BFC3B-E8F3-8A41-A426-BD0FF13832FE}" type="presOf" srcId="{F594AF33-6612-A548-9E41-F760868DFBF3}" destId="{25DE0D9C-C2A3-574D-AB38-2ADD78BDACF4}" srcOrd="0" destOrd="0" presId="urn:microsoft.com/office/officeart/2005/8/layout/process1"/>
    <dgm:cxn modelId="{12083A58-8AAA-EC4B-B7F9-E50E090D51B4}" type="presOf" srcId="{6F9BC2C8-8005-D942-B285-AB19DA10988B}" destId="{617CB4EA-9198-4A4D-89F5-B351DBB5A919}" srcOrd="0" destOrd="0" presId="urn:microsoft.com/office/officeart/2005/8/layout/process1"/>
    <dgm:cxn modelId="{11E3D16A-ABF6-2A4C-A9F6-13D84897DA51}" type="presOf" srcId="{FC7C7BBB-7238-264E-BC20-022787F30667}" destId="{421FDD32-68DF-8545-8C77-335B9A229751}" srcOrd="0" destOrd="0" presId="urn:microsoft.com/office/officeart/2005/8/layout/process1"/>
    <dgm:cxn modelId="{06B55583-0054-4B45-9A55-23D3D35095DF}" type="presOf" srcId="{B0B4EA05-C398-5641-927E-80DDA552140D}" destId="{EE5EE5B9-14B2-024F-BB62-19603498E96A}" srcOrd="0" destOrd="0" presId="urn:microsoft.com/office/officeart/2005/8/layout/process1"/>
    <dgm:cxn modelId="{FD85A694-D149-F543-B44A-611CD229DB33}" srcId="{5338C2D3-FBEA-8E42-BAF1-2C53988949C7}" destId="{6F9BC2C8-8005-D942-B285-AB19DA10988B}" srcOrd="3" destOrd="0" parTransId="{7E63EC47-4B3E-EC41-9852-5D655B48A62F}" sibTransId="{0DF691D2-3F59-2A44-AD2D-D48B18D72E2B}"/>
    <dgm:cxn modelId="{969CC597-92E4-5644-BAB1-FA7921FC50A0}" type="presOf" srcId="{50637639-B282-F448-8D0C-BAC01C36E7E1}" destId="{6B15D0A7-07D6-3944-A1D0-896FBBF498B8}" srcOrd="0" destOrd="0" presId="urn:microsoft.com/office/officeart/2005/8/layout/process1"/>
    <dgm:cxn modelId="{7B5F549A-CDEF-B440-9158-6093030F579B}" srcId="{5338C2D3-FBEA-8E42-BAF1-2C53988949C7}" destId="{50637639-B282-F448-8D0C-BAC01C36E7E1}" srcOrd="1" destOrd="0" parTransId="{371B5430-6546-8242-8DD4-C442D2B31708}" sibTransId="{F594AF33-6612-A548-9E41-F760868DFBF3}"/>
    <dgm:cxn modelId="{ECDBFCA5-342E-7748-8D38-94352073A3E9}" type="presOf" srcId="{A7720B5E-83F3-914C-94FA-9056A5FBB21E}" destId="{9339C2C5-6D56-1240-BBAA-C60E646D38BD}" srcOrd="1" destOrd="0" presId="urn:microsoft.com/office/officeart/2005/8/layout/process1"/>
    <dgm:cxn modelId="{3B51A8A8-B4D1-664E-92FA-B9B419B36D76}" srcId="{5338C2D3-FBEA-8E42-BAF1-2C53988949C7}" destId="{FC7C7BBB-7238-264E-BC20-022787F30667}" srcOrd="0" destOrd="0" parTransId="{A9417A92-04B8-654A-BFB1-4FB634327597}" sibTransId="{A7720B5E-83F3-914C-94FA-9056A5FBB21E}"/>
    <dgm:cxn modelId="{30F314AD-9E17-204B-9C7B-33250423E722}" type="presOf" srcId="{D910B682-8FA7-1047-950F-0BA7828A5388}" destId="{887E0130-3FE6-9D44-834C-B7D36D81D76B}" srcOrd="0" destOrd="0" presId="urn:microsoft.com/office/officeart/2005/8/layout/process1"/>
    <dgm:cxn modelId="{EBA9EECD-71FB-8D41-AE91-0374247E440A}" srcId="{5338C2D3-FBEA-8E42-BAF1-2C53988949C7}" destId="{D910B682-8FA7-1047-950F-0BA7828A5388}" srcOrd="2" destOrd="0" parTransId="{D7D45DAC-1863-F34B-B83A-5F2FACA6C9CF}" sibTransId="{B0B4EA05-C398-5641-927E-80DDA552140D}"/>
    <dgm:cxn modelId="{4E216DD1-DFF4-094E-B659-A2FF8A454EE7}" type="presOf" srcId="{F594AF33-6612-A548-9E41-F760868DFBF3}" destId="{177CF88A-D92F-0A42-9B11-B190D628530F}" srcOrd="1" destOrd="0" presId="urn:microsoft.com/office/officeart/2005/8/layout/process1"/>
    <dgm:cxn modelId="{784C7CD3-2BBE-F749-8C14-A411DEF8248C}" type="presOf" srcId="{5338C2D3-FBEA-8E42-BAF1-2C53988949C7}" destId="{028CAEEC-886A-D447-8958-09227FACC7B8}" srcOrd="0" destOrd="0" presId="urn:microsoft.com/office/officeart/2005/8/layout/process1"/>
    <dgm:cxn modelId="{C05984DD-E19C-5D43-8595-E314483652C5}" type="presOf" srcId="{A7720B5E-83F3-914C-94FA-9056A5FBB21E}" destId="{0EB75320-A6BB-6546-8F20-121306EB2CEB}" srcOrd="0" destOrd="0" presId="urn:microsoft.com/office/officeart/2005/8/layout/process1"/>
    <dgm:cxn modelId="{DB95B8F5-0440-1241-BF28-05F4F3A5BFB4}" type="presOf" srcId="{B0B4EA05-C398-5641-927E-80DDA552140D}" destId="{D7B42723-1A11-C741-ACF6-0F926379CE7D}" srcOrd="1" destOrd="0" presId="urn:microsoft.com/office/officeart/2005/8/layout/process1"/>
    <dgm:cxn modelId="{EB384414-C5D9-3341-9933-3B35D6C99DB9}" type="presParOf" srcId="{028CAEEC-886A-D447-8958-09227FACC7B8}" destId="{421FDD32-68DF-8545-8C77-335B9A229751}" srcOrd="0" destOrd="0" presId="urn:microsoft.com/office/officeart/2005/8/layout/process1"/>
    <dgm:cxn modelId="{6F81A625-262D-EB4D-9061-4C7D59186363}" type="presParOf" srcId="{028CAEEC-886A-D447-8958-09227FACC7B8}" destId="{0EB75320-A6BB-6546-8F20-121306EB2CEB}" srcOrd="1" destOrd="0" presId="urn:microsoft.com/office/officeart/2005/8/layout/process1"/>
    <dgm:cxn modelId="{531F60E8-294B-C045-A2E5-A0013F3843D2}" type="presParOf" srcId="{0EB75320-A6BB-6546-8F20-121306EB2CEB}" destId="{9339C2C5-6D56-1240-BBAA-C60E646D38BD}" srcOrd="0" destOrd="0" presId="urn:microsoft.com/office/officeart/2005/8/layout/process1"/>
    <dgm:cxn modelId="{728E3FCF-8DA8-A641-9914-7FFBA12F84F3}" type="presParOf" srcId="{028CAEEC-886A-D447-8958-09227FACC7B8}" destId="{6B15D0A7-07D6-3944-A1D0-896FBBF498B8}" srcOrd="2" destOrd="0" presId="urn:microsoft.com/office/officeart/2005/8/layout/process1"/>
    <dgm:cxn modelId="{DC65F1B1-2DD9-3B45-AEF2-E3A9FC64B4C2}" type="presParOf" srcId="{028CAEEC-886A-D447-8958-09227FACC7B8}" destId="{25DE0D9C-C2A3-574D-AB38-2ADD78BDACF4}" srcOrd="3" destOrd="0" presId="urn:microsoft.com/office/officeart/2005/8/layout/process1"/>
    <dgm:cxn modelId="{D1B86804-4848-FE47-A5A4-D7047ECB4282}" type="presParOf" srcId="{25DE0D9C-C2A3-574D-AB38-2ADD78BDACF4}" destId="{177CF88A-D92F-0A42-9B11-B190D628530F}" srcOrd="0" destOrd="0" presId="urn:microsoft.com/office/officeart/2005/8/layout/process1"/>
    <dgm:cxn modelId="{D96A227F-C2BF-E247-8572-40A8E41E47EF}" type="presParOf" srcId="{028CAEEC-886A-D447-8958-09227FACC7B8}" destId="{887E0130-3FE6-9D44-834C-B7D36D81D76B}" srcOrd="4" destOrd="0" presId="urn:microsoft.com/office/officeart/2005/8/layout/process1"/>
    <dgm:cxn modelId="{2A7B3094-5D13-B04B-96FF-3DE6DD4E7906}" type="presParOf" srcId="{028CAEEC-886A-D447-8958-09227FACC7B8}" destId="{EE5EE5B9-14B2-024F-BB62-19603498E96A}" srcOrd="5" destOrd="0" presId="urn:microsoft.com/office/officeart/2005/8/layout/process1"/>
    <dgm:cxn modelId="{3CFF18D3-F2EF-DE49-81ED-914FE52194CE}" type="presParOf" srcId="{EE5EE5B9-14B2-024F-BB62-19603498E96A}" destId="{D7B42723-1A11-C741-ACF6-0F926379CE7D}" srcOrd="0" destOrd="0" presId="urn:microsoft.com/office/officeart/2005/8/layout/process1"/>
    <dgm:cxn modelId="{16714730-ED2F-A747-87F6-85FA63727FBC}" type="presParOf" srcId="{028CAEEC-886A-D447-8958-09227FACC7B8}" destId="{617CB4EA-9198-4A4D-89F5-B351DBB5A91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8C515C-A1A4-BE46-AEAA-90815B684815}" type="doc">
      <dgm:prSet loTypeId="urn:microsoft.com/office/officeart/2005/8/layout/chevron2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9A9388D-EBFF-1F46-B3F3-39D5FA9DF66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576518FF-745C-A146-8520-A031810646D6}" type="parTrans" cxnId="{06322292-062E-D041-9628-BA7AC63478A3}">
      <dgm:prSet/>
      <dgm:spPr/>
      <dgm:t>
        <a:bodyPr/>
        <a:lstStyle/>
        <a:p>
          <a:endParaRPr lang="en-US"/>
        </a:p>
      </dgm:t>
    </dgm:pt>
    <dgm:pt modelId="{D9CB7DF2-5D40-3C4C-8479-D2F6F7278115}" type="sibTrans" cxnId="{06322292-062E-D041-9628-BA7AC63478A3}">
      <dgm:prSet/>
      <dgm:spPr/>
      <dgm:t>
        <a:bodyPr/>
        <a:lstStyle/>
        <a:p>
          <a:endParaRPr lang="en-US"/>
        </a:p>
      </dgm:t>
    </dgm:pt>
    <dgm:pt modelId="{8928881A-2AE5-584E-9D9C-F93F3E346D83}">
      <dgm:prSet phldrT="[Text]"/>
      <dgm:spPr/>
      <dgm:t>
        <a:bodyPr/>
        <a:lstStyle/>
        <a:p>
          <a:r>
            <a:rPr lang="en-US" dirty="0"/>
            <a:t>QC summary from FASTQ</a:t>
          </a:r>
        </a:p>
      </dgm:t>
    </dgm:pt>
    <dgm:pt modelId="{DCD7E5A5-E856-FF49-A675-A3DAB3191A4F}" type="parTrans" cxnId="{570A6A98-24D8-E548-93F3-6474325F59F7}">
      <dgm:prSet/>
      <dgm:spPr/>
      <dgm:t>
        <a:bodyPr/>
        <a:lstStyle/>
        <a:p>
          <a:endParaRPr lang="en-US"/>
        </a:p>
      </dgm:t>
    </dgm:pt>
    <dgm:pt modelId="{27C63820-1D19-1545-9215-9C33962F8636}" type="sibTrans" cxnId="{570A6A98-24D8-E548-93F3-6474325F59F7}">
      <dgm:prSet/>
      <dgm:spPr/>
      <dgm:t>
        <a:bodyPr/>
        <a:lstStyle/>
        <a:p>
          <a:endParaRPr lang="en-US"/>
        </a:p>
      </dgm:t>
    </dgm:pt>
    <dgm:pt modelId="{4E84B860-E6FC-FA45-90EE-600C47F92372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6328B86C-58DD-3A42-B973-063BD193964F}" type="parTrans" cxnId="{CD901634-9351-BF41-9455-C828A929CDB9}">
      <dgm:prSet/>
      <dgm:spPr/>
      <dgm:t>
        <a:bodyPr/>
        <a:lstStyle/>
        <a:p>
          <a:endParaRPr lang="en-US"/>
        </a:p>
      </dgm:t>
    </dgm:pt>
    <dgm:pt modelId="{32B09E1E-495E-8A49-852A-A8FC0464FB8A}" type="sibTrans" cxnId="{CD901634-9351-BF41-9455-C828A929CDB9}">
      <dgm:prSet/>
      <dgm:spPr/>
      <dgm:t>
        <a:bodyPr/>
        <a:lstStyle/>
        <a:p>
          <a:endParaRPr lang="en-US"/>
        </a:p>
      </dgm:t>
    </dgm:pt>
    <dgm:pt modelId="{CFC6E8E6-A217-C640-A9F8-CD8DA2EF28A1}">
      <dgm:prSet phldrT="[Text]"/>
      <dgm:spPr/>
      <dgm:t>
        <a:bodyPr/>
        <a:lstStyle/>
        <a:p>
          <a:r>
            <a:rPr lang="en-US" dirty="0"/>
            <a:t>Alignment (BAM) &amp; index</a:t>
          </a:r>
        </a:p>
      </dgm:t>
    </dgm:pt>
    <dgm:pt modelId="{EF88FCA0-CF22-684E-A39F-45526E8E69FF}" type="parTrans" cxnId="{3741E318-B2B3-114C-9B4E-0F207D71E664}">
      <dgm:prSet/>
      <dgm:spPr/>
      <dgm:t>
        <a:bodyPr/>
        <a:lstStyle/>
        <a:p>
          <a:endParaRPr lang="en-US"/>
        </a:p>
      </dgm:t>
    </dgm:pt>
    <dgm:pt modelId="{6CDB37B4-A750-1646-B3A4-6454B16D0F7B}" type="sibTrans" cxnId="{3741E318-B2B3-114C-9B4E-0F207D71E664}">
      <dgm:prSet/>
      <dgm:spPr/>
      <dgm:t>
        <a:bodyPr/>
        <a:lstStyle/>
        <a:p>
          <a:endParaRPr lang="en-US"/>
        </a:p>
      </dgm:t>
    </dgm:pt>
    <dgm:pt modelId="{CC41D689-BB42-B040-9D5C-566A8C0868EC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373FC2C9-E124-814C-B19E-95F5266123E9}" type="parTrans" cxnId="{BFC119AF-6178-2B40-8C87-384FBD674149}">
      <dgm:prSet/>
      <dgm:spPr/>
      <dgm:t>
        <a:bodyPr/>
        <a:lstStyle/>
        <a:p>
          <a:endParaRPr lang="en-US"/>
        </a:p>
      </dgm:t>
    </dgm:pt>
    <dgm:pt modelId="{03D54B91-157C-FF45-BD07-EE6A5EF443EC}" type="sibTrans" cxnId="{BFC119AF-6178-2B40-8C87-384FBD674149}">
      <dgm:prSet/>
      <dgm:spPr/>
      <dgm:t>
        <a:bodyPr/>
        <a:lstStyle/>
        <a:p>
          <a:endParaRPr lang="en-US"/>
        </a:p>
      </dgm:t>
    </dgm:pt>
    <dgm:pt modelId="{87D1AB6A-E3CF-7047-ACCF-E7E5C8605AA4}">
      <dgm:prSet phldrT="[Text]"/>
      <dgm:spPr/>
      <dgm:t>
        <a:bodyPr/>
        <a:lstStyle/>
        <a:p>
          <a:r>
            <a:rPr lang="en-US" dirty="0"/>
            <a:t>Coverage &amp; MAPQ summaries</a:t>
          </a:r>
        </a:p>
      </dgm:t>
    </dgm:pt>
    <dgm:pt modelId="{5E0EDA18-F7D8-844A-AD81-A93F9A08B1C0}" type="parTrans" cxnId="{CB606CE5-D27E-6F44-AFC9-4AD3A9E26C18}">
      <dgm:prSet/>
      <dgm:spPr/>
      <dgm:t>
        <a:bodyPr/>
        <a:lstStyle/>
        <a:p>
          <a:endParaRPr lang="en-US"/>
        </a:p>
      </dgm:t>
    </dgm:pt>
    <dgm:pt modelId="{030F2E23-4CDB-4145-8D4F-3C80F7AC73B3}" type="sibTrans" cxnId="{CB606CE5-D27E-6F44-AFC9-4AD3A9E26C18}">
      <dgm:prSet/>
      <dgm:spPr/>
      <dgm:t>
        <a:bodyPr/>
        <a:lstStyle/>
        <a:p>
          <a:endParaRPr lang="en-US"/>
        </a:p>
      </dgm:t>
    </dgm:pt>
    <dgm:pt modelId="{60C801DD-25E0-9F41-8908-A28F2E5878A0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1AA1CD63-5448-8748-BD57-7B83DED7B335}" type="parTrans" cxnId="{4CADF91F-7A92-3049-89E3-E60A5DDECBE4}">
      <dgm:prSet/>
      <dgm:spPr/>
      <dgm:t>
        <a:bodyPr/>
        <a:lstStyle/>
        <a:p>
          <a:endParaRPr lang="en-US"/>
        </a:p>
      </dgm:t>
    </dgm:pt>
    <dgm:pt modelId="{3DAB953A-59D0-0A45-925A-910B7DD60B9B}" type="sibTrans" cxnId="{4CADF91F-7A92-3049-89E3-E60A5DDECBE4}">
      <dgm:prSet/>
      <dgm:spPr/>
      <dgm:t>
        <a:bodyPr/>
        <a:lstStyle/>
        <a:p>
          <a:endParaRPr lang="en-US"/>
        </a:p>
      </dgm:t>
    </dgm:pt>
    <dgm:pt modelId="{E4807083-DEF4-9647-953F-DB4BC585A79E}">
      <dgm:prSet phldrT="[Text]"/>
      <dgm:spPr/>
      <dgm:t>
        <a:bodyPr/>
        <a:lstStyle/>
        <a:p>
          <a:r>
            <a:rPr lang="en-US" dirty="0"/>
            <a:t>Variant calls (VCF)</a:t>
          </a:r>
        </a:p>
      </dgm:t>
    </dgm:pt>
    <dgm:pt modelId="{FC2357B0-7D10-6141-9735-D491435F1782}" type="parTrans" cxnId="{3952CE9A-A4F5-F248-9660-60A8AC64822E}">
      <dgm:prSet/>
      <dgm:spPr/>
      <dgm:t>
        <a:bodyPr/>
        <a:lstStyle/>
        <a:p>
          <a:endParaRPr lang="en-US"/>
        </a:p>
      </dgm:t>
    </dgm:pt>
    <dgm:pt modelId="{2801E362-56A0-904E-B856-2670FB1EFF77}" type="sibTrans" cxnId="{3952CE9A-A4F5-F248-9660-60A8AC64822E}">
      <dgm:prSet/>
      <dgm:spPr/>
      <dgm:t>
        <a:bodyPr/>
        <a:lstStyle/>
        <a:p>
          <a:endParaRPr lang="en-US"/>
        </a:p>
      </dgm:t>
    </dgm:pt>
    <dgm:pt modelId="{1CD89237-BCB8-6E4A-926A-A7B817A924A6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F921E5EE-12AB-7649-8B1D-5A35BDEBF36E}" type="parTrans" cxnId="{DE322C45-1F55-974B-8D0D-CD75676AED19}">
      <dgm:prSet/>
      <dgm:spPr/>
      <dgm:t>
        <a:bodyPr/>
        <a:lstStyle/>
        <a:p>
          <a:endParaRPr lang="en-US"/>
        </a:p>
      </dgm:t>
    </dgm:pt>
    <dgm:pt modelId="{4749BA28-4BBE-0E4A-9C11-D2B8BF99E679}" type="sibTrans" cxnId="{DE322C45-1F55-974B-8D0D-CD75676AED19}">
      <dgm:prSet/>
      <dgm:spPr/>
      <dgm:t>
        <a:bodyPr/>
        <a:lstStyle/>
        <a:p>
          <a:endParaRPr lang="en-US"/>
        </a:p>
      </dgm:t>
    </dgm:pt>
    <dgm:pt modelId="{DF0E8249-EA33-484F-97C4-BBBC06AC47A4}">
      <dgm:prSet phldrT="[Text]"/>
      <dgm:spPr/>
      <dgm:t>
        <a:bodyPr/>
        <a:lstStyle/>
        <a:p>
          <a:r>
            <a:rPr lang="en-US" dirty="0"/>
            <a:t>Comparison to "truth" VCF</a:t>
          </a:r>
        </a:p>
      </dgm:t>
    </dgm:pt>
    <dgm:pt modelId="{93487456-44DB-BC46-9AAA-51CC15BF1457}" type="parTrans" cxnId="{0EB48507-CBEB-B246-A464-E654366DFC78}">
      <dgm:prSet/>
      <dgm:spPr/>
      <dgm:t>
        <a:bodyPr/>
        <a:lstStyle/>
        <a:p>
          <a:endParaRPr lang="en-US"/>
        </a:p>
      </dgm:t>
    </dgm:pt>
    <dgm:pt modelId="{21C5BF42-75B1-2D41-AB20-718A88626667}" type="sibTrans" cxnId="{0EB48507-CBEB-B246-A464-E654366DFC78}">
      <dgm:prSet/>
      <dgm:spPr/>
      <dgm:t>
        <a:bodyPr/>
        <a:lstStyle/>
        <a:p>
          <a:endParaRPr lang="en-US"/>
        </a:p>
      </dgm:t>
    </dgm:pt>
    <dgm:pt modelId="{9434C7FB-6C80-C542-A279-8FBCAB1735BE}" type="pres">
      <dgm:prSet presAssocID="{178C515C-A1A4-BE46-AEAA-90815B684815}" presName="linearFlow" presStyleCnt="0">
        <dgm:presLayoutVars>
          <dgm:dir/>
          <dgm:animLvl val="lvl"/>
          <dgm:resizeHandles val="exact"/>
        </dgm:presLayoutVars>
      </dgm:prSet>
      <dgm:spPr/>
    </dgm:pt>
    <dgm:pt modelId="{41EDC349-4F6B-944A-B7FC-0F2CC37EE097}" type="pres">
      <dgm:prSet presAssocID="{C9A9388D-EBFF-1F46-B3F3-39D5FA9DF66E}" presName="composite" presStyleCnt="0"/>
      <dgm:spPr/>
    </dgm:pt>
    <dgm:pt modelId="{92FF7D16-AA4F-A048-9EAA-07668FF911A8}" type="pres">
      <dgm:prSet presAssocID="{C9A9388D-EBFF-1F46-B3F3-39D5FA9DF66E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9A01E194-C3C1-8344-9248-C72AF2D1F895}" type="pres">
      <dgm:prSet presAssocID="{C9A9388D-EBFF-1F46-B3F3-39D5FA9DF66E}" presName="descendantText" presStyleLbl="alignAcc1" presStyleIdx="0" presStyleCnt="5">
        <dgm:presLayoutVars>
          <dgm:bulletEnabled val="1"/>
        </dgm:presLayoutVars>
      </dgm:prSet>
      <dgm:spPr/>
    </dgm:pt>
    <dgm:pt modelId="{61CD7E8D-E2CF-204A-8C52-00DFA88F8A9F}" type="pres">
      <dgm:prSet presAssocID="{D9CB7DF2-5D40-3C4C-8479-D2F6F7278115}" presName="sp" presStyleCnt="0"/>
      <dgm:spPr/>
    </dgm:pt>
    <dgm:pt modelId="{28A55791-6BA8-284C-8EF5-355461CA49AB}" type="pres">
      <dgm:prSet presAssocID="{4E84B860-E6FC-FA45-90EE-600C47F92372}" presName="composite" presStyleCnt="0"/>
      <dgm:spPr/>
    </dgm:pt>
    <dgm:pt modelId="{292708A8-219B-EC41-9B91-BBB45BF07692}" type="pres">
      <dgm:prSet presAssocID="{4E84B860-E6FC-FA45-90EE-600C47F92372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A562FE20-EE32-934D-BC63-48680CE11BEA}" type="pres">
      <dgm:prSet presAssocID="{4E84B860-E6FC-FA45-90EE-600C47F92372}" presName="descendantText" presStyleLbl="alignAcc1" presStyleIdx="1" presStyleCnt="5">
        <dgm:presLayoutVars>
          <dgm:bulletEnabled val="1"/>
        </dgm:presLayoutVars>
      </dgm:prSet>
      <dgm:spPr/>
    </dgm:pt>
    <dgm:pt modelId="{896D5CE4-8B89-BB44-8FA2-9A751DED01AC}" type="pres">
      <dgm:prSet presAssocID="{32B09E1E-495E-8A49-852A-A8FC0464FB8A}" presName="sp" presStyleCnt="0"/>
      <dgm:spPr/>
    </dgm:pt>
    <dgm:pt modelId="{8D8191ED-CBD8-574F-B98A-5E822E83AD10}" type="pres">
      <dgm:prSet presAssocID="{CC41D689-BB42-B040-9D5C-566A8C0868EC}" presName="composite" presStyleCnt="0"/>
      <dgm:spPr/>
    </dgm:pt>
    <dgm:pt modelId="{A22C88A2-7FA0-6749-A3E4-3224A522567A}" type="pres">
      <dgm:prSet presAssocID="{CC41D689-BB42-B040-9D5C-566A8C0868E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5D4CF4E9-4413-B948-BCAB-23E70C6773E1}" type="pres">
      <dgm:prSet presAssocID="{CC41D689-BB42-B040-9D5C-566A8C0868EC}" presName="descendantText" presStyleLbl="alignAcc1" presStyleIdx="2" presStyleCnt="5">
        <dgm:presLayoutVars>
          <dgm:bulletEnabled val="1"/>
        </dgm:presLayoutVars>
      </dgm:prSet>
      <dgm:spPr/>
    </dgm:pt>
    <dgm:pt modelId="{B71CA1F1-F444-2F44-B172-19C6244237FE}" type="pres">
      <dgm:prSet presAssocID="{03D54B91-157C-FF45-BD07-EE6A5EF443EC}" presName="sp" presStyleCnt="0"/>
      <dgm:spPr/>
    </dgm:pt>
    <dgm:pt modelId="{E28F7AEC-9FED-B649-BDA5-FB11F37841C6}" type="pres">
      <dgm:prSet presAssocID="{60C801DD-25E0-9F41-8908-A28F2E5878A0}" presName="composite" presStyleCnt="0"/>
      <dgm:spPr/>
    </dgm:pt>
    <dgm:pt modelId="{D66E4361-0EF5-7241-9BB6-F30FE7737870}" type="pres">
      <dgm:prSet presAssocID="{60C801DD-25E0-9F41-8908-A28F2E5878A0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7A52B80E-F2A1-2441-AF25-668EACDC689B}" type="pres">
      <dgm:prSet presAssocID="{60C801DD-25E0-9F41-8908-A28F2E5878A0}" presName="descendantText" presStyleLbl="alignAcc1" presStyleIdx="3" presStyleCnt="5">
        <dgm:presLayoutVars>
          <dgm:bulletEnabled val="1"/>
        </dgm:presLayoutVars>
      </dgm:prSet>
      <dgm:spPr/>
    </dgm:pt>
    <dgm:pt modelId="{AE73A7B8-0E7F-4545-AEC7-EAC5769B30A0}" type="pres">
      <dgm:prSet presAssocID="{3DAB953A-59D0-0A45-925A-910B7DD60B9B}" presName="sp" presStyleCnt="0"/>
      <dgm:spPr/>
    </dgm:pt>
    <dgm:pt modelId="{96700A86-5D6C-D543-B287-A777CEAE9105}" type="pres">
      <dgm:prSet presAssocID="{1CD89237-BCB8-6E4A-926A-A7B817A924A6}" presName="composite" presStyleCnt="0"/>
      <dgm:spPr/>
    </dgm:pt>
    <dgm:pt modelId="{AC4BC1BF-7767-C547-B7FD-85FC95DF33DC}" type="pres">
      <dgm:prSet presAssocID="{1CD89237-BCB8-6E4A-926A-A7B817A924A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8B644D9-BA8D-9245-B7C1-10569290F10B}" type="pres">
      <dgm:prSet presAssocID="{1CD89237-BCB8-6E4A-926A-A7B817A924A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0EB48507-CBEB-B246-A464-E654366DFC78}" srcId="{1CD89237-BCB8-6E4A-926A-A7B817A924A6}" destId="{DF0E8249-EA33-484F-97C4-BBBC06AC47A4}" srcOrd="0" destOrd="0" parTransId="{93487456-44DB-BC46-9AAA-51CC15BF1457}" sibTransId="{21C5BF42-75B1-2D41-AB20-718A88626667}"/>
    <dgm:cxn modelId="{3741E318-B2B3-114C-9B4E-0F207D71E664}" srcId="{4E84B860-E6FC-FA45-90EE-600C47F92372}" destId="{CFC6E8E6-A217-C640-A9F8-CD8DA2EF28A1}" srcOrd="0" destOrd="0" parTransId="{EF88FCA0-CF22-684E-A39F-45526E8E69FF}" sibTransId="{6CDB37B4-A750-1646-B3A4-6454B16D0F7B}"/>
    <dgm:cxn modelId="{4CADF91F-7A92-3049-89E3-E60A5DDECBE4}" srcId="{178C515C-A1A4-BE46-AEAA-90815B684815}" destId="{60C801DD-25E0-9F41-8908-A28F2E5878A0}" srcOrd="3" destOrd="0" parTransId="{1AA1CD63-5448-8748-BD57-7B83DED7B335}" sibTransId="{3DAB953A-59D0-0A45-925A-910B7DD60B9B}"/>
    <dgm:cxn modelId="{4D0FF92D-A404-D34C-A084-C2CB3B4F7BB5}" type="presOf" srcId="{DF0E8249-EA33-484F-97C4-BBBC06AC47A4}" destId="{D8B644D9-BA8D-9245-B7C1-10569290F10B}" srcOrd="0" destOrd="0" presId="urn:microsoft.com/office/officeart/2005/8/layout/chevron2"/>
    <dgm:cxn modelId="{CD901634-9351-BF41-9455-C828A929CDB9}" srcId="{178C515C-A1A4-BE46-AEAA-90815B684815}" destId="{4E84B860-E6FC-FA45-90EE-600C47F92372}" srcOrd="1" destOrd="0" parTransId="{6328B86C-58DD-3A42-B973-063BD193964F}" sibTransId="{32B09E1E-495E-8A49-852A-A8FC0464FB8A}"/>
    <dgm:cxn modelId="{88EA2D3E-FDCC-F343-9C54-C032C89BF54E}" type="presOf" srcId="{4E84B860-E6FC-FA45-90EE-600C47F92372}" destId="{292708A8-219B-EC41-9B91-BBB45BF07692}" srcOrd="0" destOrd="0" presId="urn:microsoft.com/office/officeart/2005/8/layout/chevron2"/>
    <dgm:cxn modelId="{6C6C5B44-4795-FC47-9043-511A31279CC7}" type="presOf" srcId="{178C515C-A1A4-BE46-AEAA-90815B684815}" destId="{9434C7FB-6C80-C542-A279-8FBCAB1735BE}" srcOrd="0" destOrd="0" presId="urn:microsoft.com/office/officeart/2005/8/layout/chevron2"/>
    <dgm:cxn modelId="{DE322C45-1F55-974B-8D0D-CD75676AED19}" srcId="{178C515C-A1A4-BE46-AEAA-90815B684815}" destId="{1CD89237-BCB8-6E4A-926A-A7B817A924A6}" srcOrd="4" destOrd="0" parTransId="{F921E5EE-12AB-7649-8B1D-5A35BDEBF36E}" sibTransId="{4749BA28-4BBE-0E4A-9C11-D2B8BF99E679}"/>
    <dgm:cxn modelId="{F935C061-25C3-A440-A9C6-57FA9023B2C5}" type="presOf" srcId="{1CD89237-BCB8-6E4A-926A-A7B817A924A6}" destId="{AC4BC1BF-7767-C547-B7FD-85FC95DF33DC}" srcOrd="0" destOrd="0" presId="urn:microsoft.com/office/officeart/2005/8/layout/chevron2"/>
    <dgm:cxn modelId="{282E9B7C-E2BD-4D41-8C09-9CD57403DFB1}" type="presOf" srcId="{60C801DD-25E0-9F41-8908-A28F2E5878A0}" destId="{D66E4361-0EF5-7241-9BB6-F30FE7737870}" srcOrd="0" destOrd="0" presId="urn:microsoft.com/office/officeart/2005/8/layout/chevron2"/>
    <dgm:cxn modelId="{601F0E7D-8515-C446-9893-7FD5CFD6A7E4}" type="presOf" srcId="{8928881A-2AE5-584E-9D9C-F93F3E346D83}" destId="{9A01E194-C3C1-8344-9248-C72AF2D1F895}" srcOrd="0" destOrd="0" presId="urn:microsoft.com/office/officeart/2005/8/layout/chevron2"/>
    <dgm:cxn modelId="{340B4984-3C64-004C-B29F-F97D6C7D9DDE}" type="presOf" srcId="{CFC6E8E6-A217-C640-A9F8-CD8DA2EF28A1}" destId="{A562FE20-EE32-934D-BC63-48680CE11BEA}" srcOrd="0" destOrd="0" presId="urn:microsoft.com/office/officeart/2005/8/layout/chevron2"/>
    <dgm:cxn modelId="{06322292-062E-D041-9628-BA7AC63478A3}" srcId="{178C515C-A1A4-BE46-AEAA-90815B684815}" destId="{C9A9388D-EBFF-1F46-B3F3-39D5FA9DF66E}" srcOrd="0" destOrd="0" parTransId="{576518FF-745C-A146-8520-A031810646D6}" sibTransId="{D9CB7DF2-5D40-3C4C-8479-D2F6F7278115}"/>
    <dgm:cxn modelId="{570A6A98-24D8-E548-93F3-6474325F59F7}" srcId="{C9A9388D-EBFF-1F46-B3F3-39D5FA9DF66E}" destId="{8928881A-2AE5-584E-9D9C-F93F3E346D83}" srcOrd="0" destOrd="0" parTransId="{DCD7E5A5-E856-FF49-A675-A3DAB3191A4F}" sibTransId="{27C63820-1D19-1545-9215-9C33962F8636}"/>
    <dgm:cxn modelId="{ABA4EB99-81DA-2241-9725-DD2A80FC3433}" type="presOf" srcId="{E4807083-DEF4-9647-953F-DB4BC585A79E}" destId="{7A52B80E-F2A1-2441-AF25-668EACDC689B}" srcOrd="0" destOrd="0" presId="urn:microsoft.com/office/officeart/2005/8/layout/chevron2"/>
    <dgm:cxn modelId="{3952CE9A-A4F5-F248-9660-60A8AC64822E}" srcId="{60C801DD-25E0-9F41-8908-A28F2E5878A0}" destId="{E4807083-DEF4-9647-953F-DB4BC585A79E}" srcOrd="0" destOrd="0" parTransId="{FC2357B0-7D10-6141-9735-D491435F1782}" sibTransId="{2801E362-56A0-904E-B856-2670FB1EFF77}"/>
    <dgm:cxn modelId="{BFC119AF-6178-2B40-8C87-384FBD674149}" srcId="{178C515C-A1A4-BE46-AEAA-90815B684815}" destId="{CC41D689-BB42-B040-9D5C-566A8C0868EC}" srcOrd="2" destOrd="0" parTransId="{373FC2C9-E124-814C-B19E-95F5266123E9}" sibTransId="{03D54B91-157C-FF45-BD07-EE6A5EF443EC}"/>
    <dgm:cxn modelId="{C2DB5CB5-04D2-4C46-AFCD-A7B8F92F28F7}" type="presOf" srcId="{CC41D689-BB42-B040-9D5C-566A8C0868EC}" destId="{A22C88A2-7FA0-6749-A3E4-3224A522567A}" srcOrd="0" destOrd="0" presId="urn:microsoft.com/office/officeart/2005/8/layout/chevron2"/>
    <dgm:cxn modelId="{B1E705D5-4C80-874E-884D-E19FDAF1EE0F}" type="presOf" srcId="{87D1AB6A-E3CF-7047-ACCF-E7E5C8605AA4}" destId="{5D4CF4E9-4413-B948-BCAB-23E70C6773E1}" srcOrd="0" destOrd="0" presId="urn:microsoft.com/office/officeart/2005/8/layout/chevron2"/>
    <dgm:cxn modelId="{CB606CE5-D27E-6F44-AFC9-4AD3A9E26C18}" srcId="{CC41D689-BB42-B040-9D5C-566A8C0868EC}" destId="{87D1AB6A-E3CF-7047-ACCF-E7E5C8605AA4}" srcOrd="0" destOrd="0" parTransId="{5E0EDA18-F7D8-844A-AD81-A93F9A08B1C0}" sibTransId="{030F2E23-4CDB-4145-8D4F-3C80F7AC73B3}"/>
    <dgm:cxn modelId="{25E260F1-3427-F24A-8BF1-62486A878513}" type="presOf" srcId="{C9A9388D-EBFF-1F46-B3F3-39D5FA9DF66E}" destId="{92FF7D16-AA4F-A048-9EAA-07668FF911A8}" srcOrd="0" destOrd="0" presId="urn:microsoft.com/office/officeart/2005/8/layout/chevron2"/>
    <dgm:cxn modelId="{89AF3656-1499-AC4F-B617-3944DC8579B4}" type="presParOf" srcId="{9434C7FB-6C80-C542-A279-8FBCAB1735BE}" destId="{41EDC349-4F6B-944A-B7FC-0F2CC37EE097}" srcOrd="0" destOrd="0" presId="urn:microsoft.com/office/officeart/2005/8/layout/chevron2"/>
    <dgm:cxn modelId="{CB72701E-F3CE-9540-BF5B-717140D488FE}" type="presParOf" srcId="{41EDC349-4F6B-944A-B7FC-0F2CC37EE097}" destId="{92FF7D16-AA4F-A048-9EAA-07668FF911A8}" srcOrd="0" destOrd="0" presId="urn:microsoft.com/office/officeart/2005/8/layout/chevron2"/>
    <dgm:cxn modelId="{CD90FADB-6F67-514E-8886-7C1273DFA991}" type="presParOf" srcId="{41EDC349-4F6B-944A-B7FC-0F2CC37EE097}" destId="{9A01E194-C3C1-8344-9248-C72AF2D1F895}" srcOrd="1" destOrd="0" presId="urn:microsoft.com/office/officeart/2005/8/layout/chevron2"/>
    <dgm:cxn modelId="{10933F29-1723-2A40-BA4F-671BB9D8D080}" type="presParOf" srcId="{9434C7FB-6C80-C542-A279-8FBCAB1735BE}" destId="{61CD7E8D-E2CF-204A-8C52-00DFA88F8A9F}" srcOrd="1" destOrd="0" presId="urn:microsoft.com/office/officeart/2005/8/layout/chevron2"/>
    <dgm:cxn modelId="{370C7C6B-2423-D840-8E06-C26EA54B53F9}" type="presParOf" srcId="{9434C7FB-6C80-C542-A279-8FBCAB1735BE}" destId="{28A55791-6BA8-284C-8EF5-355461CA49AB}" srcOrd="2" destOrd="0" presId="urn:microsoft.com/office/officeart/2005/8/layout/chevron2"/>
    <dgm:cxn modelId="{B3DEFCFA-5444-E947-8891-F23102CA11C6}" type="presParOf" srcId="{28A55791-6BA8-284C-8EF5-355461CA49AB}" destId="{292708A8-219B-EC41-9B91-BBB45BF07692}" srcOrd="0" destOrd="0" presId="urn:microsoft.com/office/officeart/2005/8/layout/chevron2"/>
    <dgm:cxn modelId="{0E5EA626-A5CF-AD47-9297-38E8EFF5D3D7}" type="presParOf" srcId="{28A55791-6BA8-284C-8EF5-355461CA49AB}" destId="{A562FE20-EE32-934D-BC63-48680CE11BEA}" srcOrd="1" destOrd="0" presId="urn:microsoft.com/office/officeart/2005/8/layout/chevron2"/>
    <dgm:cxn modelId="{7F35EDFD-E2ED-D64C-B686-CD0F73E66D08}" type="presParOf" srcId="{9434C7FB-6C80-C542-A279-8FBCAB1735BE}" destId="{896D5CE4-8B89-BB44-8FA2-9A751DED01AC}" srcOrd="3" destOrd="0" presId="urn:microsoft.com/office/officeart/2005/8/layout/chevron2"/>
    <dgm:cxn modelId="{55E036FA-0709-E345-9E82-BF04FB03EFCE}" type="presParOf" srcId="{9434C7FB-6C80-C542-A279-8FBCAB1735BE}" destId="{8D8191ED-CBD8-574F-B98A-5E822E83AD10}" srcOrd="4" destOrd="0" presId="urn:microsoft.com/office/officeart/2005/8/layout/chevron2"/>
    <dgm:cxn modelId="{CC165FE4-3F3B-F241-8A5A-95BC01B6FF69}" type="presParOf" srcId="{8D8191ED-CBD8-574F-B98A-5E822E83AD10}" destId="{A22C88A2-7FA0-6749-A3E4-3224A522567A}" srcOrd="0" destOrd="0" presId="urn:microsoft.com/office/officeart/2005/8/layout/chevron2"/>
    <dgm:cxn modelId="{7A894D7F-A3B1-B14A-97F6-C2E49BF8F684}" type="presParOf" srcId="{8D8191ED-CBD8-574F-B98A-5E822E83AD10}" destId="{5D4CF4E9-4413-B948-BCAB-23E70C6773E1}" srcOrd="1" destOrd="0" presId="urn:microsoft.com/office/officeart/2005/8/layout/chevron2"/>
    <dgm:cxn modelId="{2D5CF4B5-A4A7-8F45-9D95-FBEECC7985E1}" type="presParOf" srcId="{9434C7FB-6C80-C542-A279-8FBCAB1735BE}" destId="{B71CA1F1-F444-2F44-B172-19C6244237FE}" srcOrd="5" destOrd="0" presId="urn:microsoft.com/office/officeart/2005/8/layout/chevron2"/>
    <dgm:cxn modelId="{1417C73A-DF9D-D04E-B841-67BED401169A}" type="presParOf" srcId="{9434C7FB-6C80-C542-A279-8FBCAB1735BE}" destId="{E28F7AEC-9FED-B649-BDA5-FB11F37841C6}" srcOrd="6" destOrd="0" presId="urn:microsoft.com/office/officeart/2005/8/layout/chevron2"/>
    <dgm:cxn modelId="{EC03D47E-8D06-8541-9126-255EECA41140}" type="presParOf" srcId="{E28F7AEC-9FED-B649-BDA5-FB11F37841C6}" destId="{D66E4361-0EF5-7241-9BB6-F30FE7737870}" srcOrd="0" destOrd="0" presId="urn:microsoft.com/office/officeart/2005/8/layout/chevron2"/>
    <dgm:cxn modelId="{C9742519-8C88-7442-B31F-3119B7EC2067}" type="presParOf" srcId="{E28F7AEC-9FED-B649-BDA5-FB11F37841C6}" destId="{7A52B80E-F2A1-2441-AF25-668EACDC689B}" srcOrd="1" destOrd="0" presId="urn:microsoft.com/office/officeart/2005/8/layout/chevron2"/>
    <dgm:cxn modelId="{2E05CCC7-DFF0-9D4A-9385-581EF08FCEB7}" type="presParOf" srcId="{9434C7FB-6C80-C542-A279-8FBCAB1735BE}" destId="{AE73A7B8-0E7F-4545-AEC7-EAC5769B30A0}" srcOrd="7" destOrd="0" presId="urn:microsoft.com/office/officeart/2005/8/layout/chevron2"/>
    <dgm:cxn modelId="{50558AFE-BA4F-6E44-9486-D28A0C50EB37}" type="presParOf" srcId="{9434C7FB-6C80-C542-A279-8FBCAB1735BE}" destId="{96700A86-5D6C-D543-B287-A777CEAE9105}" srcOrd="8" destOrd="0" presId="urn:microsoft.com/office/officeart/2005/8/layout/chevron2"/>
    <dgm:cxn modelId="{EAC4F427-CB86-CB45-9EBF-B1DB92F6D997}" type="presParOf" srcId="{96700A86-5D6C-D543-B287-A777CEAE9105}" destId="{AC4BC1BF-7767-C547-B7FD-85FC95DF33DC}" srcOrd="0" destOrd="0" presId="urn:microsoft.com/office/officeart/2005/8/layout/chevron2"/>
    <dgm:cxn modelId="{4B39D90F-5107-E04E-BEE5-3E443F4603AC}" type="presParOf" srcId="{96700A86-5D6C-D543-B287-A777CEAE9105}" destId="{D8B644D9-BA8D-9245-B7C1-10569290F10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56EC4C-B50A-E44A-B0F9-57484E95D0EE}" type="doc">
      <dgm:prSet loTypeId="urn:microsoft.com/office/officeart/2005/8/layout/cycle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D80E01-466C-1C4B-A26D-514AFFCEB69D}">
      <dgm:prSet phldrT="[Text]"/>
      <dgm:spPr/>
      <dgm:t>
        <a:bodyPr/>
        <a:lstStyle/>
        <a:p>
          <a:r>
            <a:rPr lang="en-US" dirty="0"/>
            <a:t>Base quality (Q)</a:t>
          </a:r>
        </a:p>
      </dgm:t>
    </dgm:pt>
    <dgm:pt modelId="{32468863-BDE4-F84A-99D4-CE2B53062B12}" type="parTrans" cxnId="{0723BA9B-2CE3-B046-A72F-C5D2321BD954}">
      <dgm:prSet/>
      <dgm:spPr/>
      <dgm:t>
        <a:bodyPr/>
        <a:lstStyle/>
        <a:p>
          <a:endParaRPr lang="en-US"/>
        </a:p>
      </dgm:t>
    </dgm:pt>
    <dgm:pt modelId="{F94A1D10-2C76-0342-82AC-D354EF8B266A}" type="sibTrans" cxnId="{0723BA9B-2CE3-B046-A72F-C5D2321BD954}">
      <dgm:prSet/>
      <dgm:spPr/>
      <dgm:t>
        <a:bodyPr/>
        <a:lstStyle/>
        <a:p>
          <a:endParaRPr lang="en-US"/>
        </a:p>
      </dgm:t>
    </dgm:pt>
    <dgm:pt modelId="{CA7D64B7-475F-2147-AA75-95116CA69088}">
      <dgm:prSet phldrT="[Text]"/>
      <dgm:spPr/>
      <dgm:t>
        <a:bodyPr/>
        <a:lstStyle/>
        <a:p>
          <a:r>
            <a:rPr lang="en-US" dirty="0"/>
            <a:t>Mapping Quality (MAPQ)</a:t>
          </a:r>
        </a:p>
      </dgm:t>
    </dgm:pt>
    <dgm:pt modelId="{9D7E6F1E-2668-2445-B223-A9152BE6C673}" type="parTrans" cxnId="{CD6B9216-4B22-844A-A9A3-A690C6F9285E}">
      <dgm:prSet/>
      <dgm:spPr/>
      <dgm:t>
        <a:bodyPr/>
        <a:lstStyle/>
        <a:p>
          <a:endParaRPr lang="en-US"/>
        </a:p>
      </dgm:t>
    </dgm:pt>
    <dgm:pt modelId="{54DA6532-B8C7-7741-84F1-1DF443AF2455}" type="sibTrans" cxnId="{CD6B9216-4B22-844A-A9A3-A690C6F9285E}">
      <dgm:prSet/>
      <dgm:spPr/>
      <dgm:t>
        <a:bodyPr/>
        <a:lstStyle/>
        <a:p>
          <a:endParaRPr lang="en-US"/>
        </a:p>
      </dgm:t>
    </dgm:pt>
    <dgm:pt modelId="{DD1C2F41-B654-F64B-B3A0-1C183E334E16}">
      <dgm:prSet phldrT="[Text]"/>
      <dgm:spPr/>
      <dgm:t>
        <a:bodyPr/>
        <a:lstStyle/>
        <a:p>
          <a:r>
            <a:rPr lang="en-US" dirty="0"/>
            <a:t>Depth / allele fraction</a:t>
          </a:r>
        </a:p>
      </dgm:t>
    </dgm:pt>
    <dgm:pt modelId="{39051DC9-CB70-C045-A74B-5FD9A654F297}" type="parTrans" cxnId="{42057498-7A9E-7645-9570-3ADF9E3EB534}">
      <dgm:prSet/>
      <dgm:spPr/>
      <dgm:t>
        <a:bodyPr/>
        <a:lstStyle/>
        <a:p>
          <a:endParaRPr lang="en-US"/>
        </a:p>
      </dgm:t>
    </dgm:pt>
    <dgm:pt modelId="{CDA02AEE-8EC9-8C45-87EB-0005438362EF}" type="sibTrans" cxnId="{42057498-7A9E-7645-9570-3ADF9E3EB534}">
      <dgm:prSet/>
      <dgm:spPr/>
      <dgm:t>
        <a:bodyPr/>
        <a:lstStyle/>
        <a:p>
          <a:endParaRPr lang="en-US"/>
        </a:p>
      </dgm:t>
    </dgm:pt>
    <dgm:pt modelId="{A0748699-1425-4344-BA2D-21EF0EAEA7F3}">
      <dgm:prSet phldrT="[Text]"/>
      <dgm:spPr/>
      <dgm:t>
        <a:bodyPr/>
        <a:lstStyle/>
        <a:p>
          <a:r>
            <a:rPr lang="en-US" dirty="0"/>
            <a:t>Repeat Context</a:t>
          </a:r>
        </a:p>
      </dgm:t>
    </dgm:pt>
    <dgm:pt modelId="{0C7D45D9-8605-B643-AA2C-1B1461A60D04}" type="parTrans" cxnId="{6BC9B283-2089-9140-9DA5-B6CFB21AED26}">
      <dgm:prSet/>
      <dgm:spPr/>
      <dgm:t>
        <a:bodyPr/>
        <a:lstStyle/>
        <a:p>
          <a:endParaRPr lang="en-US"/>
        </a:p>
      </dgm:t>
    </dgm:pt>
    <dgm:pt modelId="{AAF78185-E23E-5D4C-B6D8-9663604FF1C2}" type="sibTrans" cxnId="{6BC9B283-2089-9140-9DA5-B6CFB21AED26}">
      <dgm:prSet/>
      <dgm:spPr/>
      <dgm:t>
        <a:bodyPr/>
        <a:lstStyle/>
        <a:p>
          <a:endParaRPr lang="en-US"/>
        </a:p>
      </dgm:t>
    </dgm:pt>
    <dgm:pt modelId="{D509666C-6ADE-4449-934A-DE7C4A6AA437}" type="pres">
      <dgm:prSet presAssocID="{3F56EC4C-B50A-E44A-B0F9-57484E95D0EE}" presName="cycle" presStyleCnt="0">
        <dgm:presLayoutVars>
          <dgm:dir/>
          <dgm:resizeHandles val="exact"/>
        </dgm:presLayoutVars>
      </dgm:prSet>
      <dgm:spPr/>
    </dgm:pt>
    <dgm:pt modelId="{5F2DF665-FF19-FE4F-B17A-FE2E820D0519}" type="pres">
      <dgm:prSet presAssocID="{9ED80E01-466C-1C4B-A26D-514AFFCEB69D}" presName="node" presStyleLbl="node1" presStyleIdx="0" presStyleCnt="4">
        <dgm:presLayoutVars>
          <dgm:bulletEnabled val="1"/>
        </dgm:presLayoutVars>
      </dgm:prSet>
      <dgm:spPr/>
    </dgm:pt>
    <dgm:pt modelId="{35D3F827-60F1-364A-A9E2-F8ADC1FD84A6}" type="pres">
      <dgm:prSet presAssocID="{9ED80E01-466C-1C4B-A26D-514AFFCEB69D}" presName="spNode" presStyleCnt="0"/>
      <dgm:spPr/>
    </dgm:pt>
    <dgm:pt modelId="{8C2A0A20-60C9-874E-A00F-C18219115BFB}" type="pres">
      <dgm:prSet presAssocID="{F94A1D10-2C76-0342-82AC-D354EF8B266A}" presName="sibTrans" presStyleLbl="sibTrans1D1" presStyleIdx="0" presStyleCnt="4"/>
      <dgm:spPr/>
    </dgm:pt>
    <dgm:pt modelId="{3C91D03D-311B-3940-B1B4-DBF1561DDDF0}" type="pres">
      <dgm:prSet presAssocID="{CA7D64B7-475F-2147-AA75-95116CA69088}" presName="node" presStyleLbl="node1" presStyleIdx="1" presStyleCnt="4">
        <dgm:presLayoutVars>
          <dgm:bulletEnabled val="1"/>
        </dgm:presLayoutVars>
      </dgm:prSet>
      <dgm:spPr/>
    </dgm:pt>
    <dgm:pt modelId="{D8F92364-3478-454B-B523-57A9529CE630}" type="pres">
      <dgm:prSet presAssocID="{CA7D64B7-475F-2147-AA75-95116CA69088}" presName="spNode" presStyleCnt="0"/>
      <dgm:spPr/>
    </dgm:pt>
    <dgm:pt modelId="{1E55C125-6286-3F46-B6FD-20AE9A902EF4}" type="pres">
      <dgm:prSet presAssocID="{54DA6532-B8C7-7741-84F1-1DF443AF2455}" presName="sibTrans" presStyleLbl="sibTrans1D1" presStyleIdx="1" presStyleCnt="4"/>
      <dgm:spPr/>
    </dgm:pt>
    <dgm:pt modelId="{69CA28E9-E1F2-D042-BDC8-178C16DC9F19}" type="pres">
      <dgm:prSet presAssocID="{DD1C2F41-B654-F64B-B3A0-1C183E334E16}" presName="node" presStyleLbl="node1" presStyleIdx="2" presStyleCnt="4">
        <dgm:presLayoutVars>
          <dgm:bulletEnabled val="1"/>
        </dgm:presLayoutVars>
      </dgm:prSet>
      <dgm:spPr/>
    </dgm:pt>
    <dgm:pt modelId="{ABACD438-7611-B74A-95C6-1DB53DA4EFEB}" type="pres">
      <dgm:prSet presAssocID="{DD1C2F41-B654-F64B-B3A0-1C183E334E16}" presName="spNode" presStyleCnt="0"/>
      <dgm:spPr/>
    </dgm:pt>
    <dgm:pt modelId="{E3F0677A-48AA-F34A-B95D-4CCCBCBD428B}" type="pres">
      <dgm:prSet presAssocID="{CDA02AEE-8EC9-8C45-87EB-0005438362EF}" presName="sibTrans" presStyleLbl="sibTrans1D1" presStyleIdx="2" presStyleCnt="4"/>
      <dgm:spPr/>
    </dgm:pt>
    <dgm:pt modelId="{D5FA2CEF-25AB-494D-8275-4F58D0F2FBDC}" type="pres">
      <dgm:prSet presAssocID="{A0748699-1425-4344-BA2D-21EF0EAEA7F3}" presName="node" presStyleLbl="node1" presStyleIdx="3" presStyleCnt="4">
        <dgm:presLayoutVars>
          <dgm:bulletEnabled val="1"/>
        </dgm:presLayoutVars>
      </dgm:prSet>
      <dgm:spPr/>
    </dgm:pt>
    <dgm:pt modelId="{390B66EE-8378-E348-B7C7-D114D12A1A9B}" type="pres">
      <dgm:prSet presAssocID="{A0748699-1425-4344-BA2D-21EF0EAEA7F3}" presName="spNode" presStyleCnt="0"/>
      <dgm:spPr/>
    </dgm:pt>
    <dgm:pt modelId="{DF0AF6DD-4DED-2A4E-BBE9-D09AEC3F5E17}" type="pres">
      <dgm:prSet presAssocID="{AAF78185-E23E-5D4C-B6D8-9663604FF1C2}" presName="sibTrans" presStyleLbl="sibTrans1D1" presStyleIdx="3" presStyleCnt="4"/>
      <dgm:spPr/>
    </dgm:pt>
  </dgm:ptLst>
  <dgm:cxnLst>
    <dgm:cxn modelId="{68F25D13-9CBB-614C-A5B3-8C07C69DE8AF}" type="presOf" srcId="{54DA6532-B8C7-7741-84F1-1DF443AF2455}" destId="{1E55C125-6286-3F46-B6FD-20AE9A902EF4}" srcOrd="0" destOrd="0" presId="urn:microsoft.com/office/officeart/2005/8/layout/cycle6"/>
    <dgm:cxn modelId="{CD6B9216-4B22-844A-A9A3-A690C6F9285E}" srcId="{3F56EC4C-B50A-E44A-B0F9-57484E95D0EE}" destId="{CA7D64B7-475F-2147-AA75-95116CA69088}" srcOrd="1" destOrd="0" parTransId="{9D7E6F1E-2668-2445-B223-A9152BE6C673}" sibTransId="{54DA6532-B8C7-7741-84F1-1DF443AF2455}"/>
    <dgm:cxn modelId="{54F3F518-5849-5C44-9EA7-BFD608B8B62D}" type="presOf" srcId="{CDA02AEE-8EC9-8C45-87EB-0005438362EF}" destId="{E3F0677A-48AA-F34A-B95D-4CCCBCBD428B}" srcOrd="0" destOrd="0" presId="urn:microsoft.com/office/officeart/2005/8/layout/cycle6"/>
    <dgm:cxn modelId="{5EB66625-AFF5-B540-8ABB-4DED81D960CC}" type="presOf" srcId="{3F56EC4C-B50A-E44A-B0F9-57484E95D0EE}" destId="{D509666C-6ADE-4449-934A-DE7C4A6AA437}" srcOrd="0" destOrd="0" presId="urn:microsoft.com/office/officeart/2005/8/layout/cycle6"/>
    <dgm:cxn modelId="{427A384D-6487-3E48-A727-D61C3C5EEFC2}" type="presOf" srcId="{CA7D64B7-475F-2147-AA75-95116CA69088}" destId="{3C91D03D-311B-3940-B1B4-DBF1561DDDF0}" srcOrd="0" destOrd="0" presId="urn:microsoft.com/office/officeart/2005/8/layout/cycle6"/>
    <dgm:cxn modelId="{93396A5F-97CD-AB4B-9593-520D52D01983}" type="presOf" srcId="{F94A1D10-2C76-0342-82AC-D354EF8B266A}" destId="{8C2A0A20-60C9-874E-A00F-C18219115BFB}" srcOrd="0" destOrd="0" presId="urn:microsoft.com/office/officeart/2005/8/layout/cycle6"/>
    <dgm:cxn modelId="{F1DF2461-A951-B94C-A694-0E4E108CE8CE}" type="presOf" srcId="{DD1C2F41-B654-F64B-B3A0-1C183E334E16}" destId="{69CA28E9-E1F2-D042-BDC8-178C16DC9F19}" srcOrd="0" destOrd="0" presId="urn:microsoft.com/office/officeart/2005/8/layout/cycle6"/>
    <dgm:cxn modelId="{6BC9B283-2089-9140-9DA5-B6CFB21AED26}" srcId="{3F56EC4C-B50A-E44A-B0F9-57484E95D0EE}" destId="{A0748699-1425-4344-BA2D-21EF0EAEA7F3}" srcOrd="3" destOrd="0" parTransId="{0C7D45D9-8605-B643-AA2C-1B1461A60D04}" sibTransId="{AAF78185-E23E-5D4C-B6D8-9663604FF1C2}"/>
    <dgm:cxn modelId="{42057498-7A9E-7645-9570-3ADF9E3EB534}" srcId="{3F56EC4C-B50A-E44A-B0F9-57484E95D0EE}" destId="{DD1C2F41-B654-F64B-B3A0-1C183E334E16}" srcOrd="2" destOrd="0" parTransId="{39051DC9-CB70-C045-A74B-5FD9A654F297}" sibTransId="{CDA02AEE-8EC9-8C45-87EB-0005438362EF}"/>
    <dgm:cxn modelId="{0723BA9B-2CE3-B046-A72F-C5D2321BD954}" srcId="{3F56EC4C-B50A-E44A-B0F9-57484E95D0EE}" destId="{9ED80E01-466C-1C4B-A26D-514AFFCEB69D}" srcOrd="0" destOrd="0" parTransId="{32468863-BDE4-F84A-99D4-CE2B53062B12}" sibTransId="{F94A1D10-2C76-0342-82AC-D354EF8B266A}"/>
    <dgm:cxn modelId="{4FAE76B1-C268-AB46-8075-CE014C9FF61E}" type="presOf" srcId="{9ED80E01-466C-1C4B-A26D-514AFFCEB69D}" destId="{5F2DF665-FF19-FE4F-B17A-FE2E820D0519}" srcOrd="0" destOrd="0" presId="urn:microsoft.com/office/officeart/2005/8/layout/cycle6"/>
    <dgm:cxn modelId="{3CF076B8-E243-D340-BEA5-35FC0AD37A00}" type="presOf" srcId="{AAF78185-E23E-5D4C-B6D8-9663604FF1C2}" destId="{DF0AF6DD-4DED-2A4E-BBE9-D09AEC3F5E17}" srcOrd="0" destOrd="0" presId="urn:microsoft.com/office/officeart/2005/8/layout/cycle6"/>
    <dgm:cxn modelId="{C688BDF2-F4F6-C647-982E-6F5B811387F2}" type="presOf" srcId="{A0748699-1425-4344-BA2D-21EF0EAEA7F3}" destId="{D5FA2CEF-25AB-494D-8275-4F58D0F2FBDC}" srcOrd="0" destOrd="0" presId="urn:microsoft.com/office/officeart/2005/8/layout/cycle6"/>
    <dgm:cxn modelId="{19BED6B9-A6D2-0342-B9C6-035F814B8BFE}" type="presParOf" srcId="{D509666C-6ADE-4449-934A-DE7C4A6AA437}" destId="{5F2DF665-FF19-FE4F-B17A-FE2E820D0519}" srcOrd="0" destOrd="0" presId="urn:microsoft.com/office/officeart/2005/8/layout/cycle6"/>
    <dgm:cxn modelId="{3304271F-ACFD-6F46-874F-FFA634891973}" type="presParOf" srcId="{D509666C-6ADE-4449-934A-DE7C4A6AA437}" destId="{35D3F827-60F1-364A-A9E2-F8ADC1FD84A6}" srcOrd="1" destOrd="0" presId="urn:microsoft.com/office/officeart/2005/8/layout/cycle6"/>
    <dgm:cxn modelId="{2160E456-B463-864E-8ACA-8B70BC0CB4E5}" type="presParOf" srcId="{D509666C-6ADE-4449-934A-DE7C4A6AA437}" destId="{8C2A0A20-60C9-874E-A00F-C18219115BFB}" srcOrd="2" destOrd="0" presId="urn:microsoft.com/office/officeart/2005/8/layout/cycle6"/>
    <dgm:cxn modelId="{347A5030-CAA3-DC46-BF9E-D564A46ED7C2}" type="presParOf" srcId="{D509666C-6ADE-4449-934A-DE7C4A6AA437}" destId="{3C91D03D-311B-3940-B1B4-DBF1561DDDF0}" srcOrd="3" destOrd="0" presId="urn:microsoft.com/office/officeart/2005/8/layout/cycle6"/>
    <dgm:cxn modelId="{B92674D7-9254-764F-9AC8-9CFBF0CC855A}" type="presParOf" srcId="{D509666C-6ADE-4449-934A-DE7C4A6AA437}" destId="{D8F92364-3478-454B-B523-57A9529CE630}" srcOrd="4" destOrd="0" presId="urn:microsoft.com/office/officeart/2005/8/layout/cycle6"/>
    <dgm:cxn modelId="{193DCF03-1E78-3443-976E-0F27474BA943}" type="presParOf" srcId="{D509666C-6ADE-4449-934A-DE7C4A6AA437}" destId="{1E55C125-6286-3F46-B6FD-20AE9A902EF4}" srcOrd="5" destOrd="0" presId="urn:microsoft.com/office/officeart/2005/8/layout/cycle6"/>
    <dgm:cxn modelId="{8C4B085A-DBED-A14E-8BF1-093F33BA20BF}" type="presParOf" srcId="{D509666C-6ADE-4449-934A-DE7C4A6AA437}" destId="{69CA28E9-E1F2-D042-BDC8-178C16DC9F19}" srcOrd="6" destOrd="0" presId="urn:microsoft.com/office/officeart/2005/8/layout/cycle6"/>
    <dgm:cxn modelId="{873EF457-3732-5A40-B143-4634E8026C21}" type="presParOf" srcId="{D509666C-6ADE-4449-934A-DE7C4A6AA437}" destId="{ABACD438-7611-B74A-95C6-1DB53DA4EFEB}" srcOrd="7" destOrd="0" presId="urn:microsoft.com/office/officeart/2005/8/layout/cycle6"/>
    <dgm:cxn modelId="{9C9C9B4A-A2EE-3A41-83EE-F83270407C5F}" type="presParOf" srcId="{D509666C-6ADE-4449-934A-DE7C4A6AA437}" destId="{E3F0677A-48AA-F34A-B95D-4CCCBCBD428B}" srcOrd="8" destOrd="0" presId="urn:microsoft.com/office/officeart/2005/8/layout/cycle6"/>
    <dgm:cxn modelId="{D6FE8C94-B553-AA4E-9F12-6C3884A013C5}" type="presParOf" srcId="{D509666C-6ADE-4449-934A-DE7C4A6AA437}" destId="{D5FA2CEF-25AB-494D-8275-4F58D0F2FBDC}" srcOrd="9" destOrd="0" presId="urn:microsoft.com/office/officeart/2005/8/layout/cycle6"/>
    <dgm:cxn modelId="{F5DEC443-3EDD-5E44-8985-0E3B1BD8D0AC}" type="presParOf" srcId="{D509666C-6ADE-4449-934A-DE7C4A6AA437}" destId="{390B66EE-8378-E348-B7C7-D114D12A1A9B}" srcOrd="10" destOrd="0" presId="urn:microsoft.com/office/officeart/2005/8/layout/cycle6"/>
    <dgm:cxn modelId="{F12F5DC6-2ECF-E746-9F21-85C342704A35}" type="presParOf" srcId="{D509666C-6ADE-4449-934A-DE7C4A6AA437}" destId="{DF0AF6DD-4DED-2A4E-BBE9-D09AEC3F5E17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2513E-CC7E-AC40-BEF5-0CC5510B83C4}">
      <dsp:nvSpPr>
        <dsp:cNvPr id="0" name=""/>
        <dsp:cNvSpPr/>
      </dsp:nvSpPr>
      <dsp:spPr>
        <a:xfrm>
          <a:off x="132112" y="1974"/>
          <a:ext cx="1945574" cy="1167344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Benign</a:t>
          </a:r>
        </a:p>
      </dsp:txBody>
      <dsp:txXfrm>
        <a:off x="132112" y="1974"/>
        <a:ext cx="1945574" cy="1167344"/>
      </dsp:txXfrm>
    </dsp:sp>
    <dsp:sp modelId="{48ED0D41-7DCE-8041-8032-B474EBDADA59}">
      <dsp:nvSpPr>
        <dsp:cNvPr id="0" name=""/>
        <dsp:cNvSpPr/>
      </dsp:nvSpPr>
      <dsp:spPr>
        <a:xfrm>
          <a:off x="2272244" y="1974"/>
          <a:ext cx="1945574" cy="1167344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Likely Benign</a:t>
          </a:r>
        </a:p>
      </dsp:txBody>
      <dsp:txXfrm>
        <a:off x="2272244" y="1974"/>
        <a:ext cx="1945574" cy="1167344"/>
      </dsp:txXfrm>
    </dsp:sp>
    <dsp:sp modelId="{15A2D0D4-E89C-2A45-B18D-D96891AC378E}">
      <dsp:nvSpPr>
        <dsp:cNvPr id="0" name=""/>
        <dsp:cNvSpPr/>
      </dsp:nvSpPr>
      <dsp:spPr>
        <a:xfrm>
          <a:off x="1333076" y="1363877"/>
          <a:ext cx="1945574" cy="1167344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Variant of Uncertain Significance (VUS)</a:t>
          </a:r>
        </a:p>
      </dsp:txBody>
      <dsp:txXfrm>
        <a:off x="1333076" y="1363877"/>
        <a:ext cx="1945574" cy="1167344"/>
      </dsp:txXfrm>
    </dsp:sp>
    <dsp:sp modelId="{372F3028-0ECB-E540-BC02-FA4D85C30E44}">
      <dsp:nvSpPr>
        <dsp:cNvPr id="0" name=""/>
        <dsp:cNvSpPr/>
      </dsp:nvSpPr>
      <dsp:spPr>
        <a:xfrm>
          <a:off x="0" y="2675318"/>
          <a:ext cx="1945574" cy="1167344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Likely Pathogenic</a:t>
          </a:r>
        </a:p>
      </dsp:txBody>
      <dsp:txXfrm>
        <a:off x="0" y="2675318"/>
        <a:ext cx="1945574" cy="1167344"/>
      </dsp:txXfrm>
    </dsp:sp>
    <dsp:sp modelId="{DD6293BC-E682-514D-92A1-A00B5D126131}">
      <dsp:nvSpPr>
        <dsp:cNvPr id="0" name=""/>
        <dsp:cNvSpPr/>
      </dsp:nvSpPr>
      <dsp:spPr>
        <a:xfrm>
          <a:off x="2404356" y="2675326"/>
          <a:ext cx="1945574" cy="1167344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Pathogenic</a:t>
          </a:r>
        </a:p>
      </dsp:txBody>
      <dsp:txXfrm>
        <a:off x="2404356" y="2675326"/>
        <a:ext cx="1945574" cy="1167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FDD32-68DF-8545-8C77-335B9A229751}">
      <dsp:nvSpPr>
        <dsp:cNvPr id="0" name=""/>
        <dsp:cNvSpPr/>
      </dsp:nvSpPr>
      <dsp:spPr>
        <a:xfrm>
          <a:off x="3571" y="14656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FASTQ</a:t>
          </a:r>
        </a:p>
      </dsp:txBody>
      <dsp:txXfrm>
        <a:off x="31015" y="174011"/>
        <a:ext cx="1506815" cy="882133"/>
      </dsp:txXfrm>
    </dsp:sp>
    <dsp:sp modelId="{0EB75320-A6BB-6546-8F20-121306EB2CEB}">
      <dsp:nvSpPr>
        <dsp:cNvPr id="0" name=""/>
        <dsp:cNvSpPr/>
      </dsp:nvSpPr>
      <dsp:spPr>
        <a:xfrm>
          <a:off x="1721445" y="421427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721445" y="498887"/>
        <a:ext cx="231757" cy="232382"/>
      </dsp:txXfrm>
    </dsp:sp>
    <dsp:sp modelId="{6B15D0A7-07D6-3944-A1D0-896FBBF498B8}">
      <dsp:nvSpPr>
        <dsp:cNvPr id="0" name=""/>
        <dsp:cNvSpPr/>
      </dsp:nvSpPr>
      <dsp:spPr>
        <a:xfrm>
          <a:off x="2189956" y="14656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01247"/>
            <a:satOff val="-4901"/>
            <a:lumOff val="214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BAM</a:t>
          </a:r>
        </a:p>
      </dsp:txBody>
      <dsp:txXfrm>
        <a:off x="2217400" y="174011"/>
        <a:ext cx="1506815" cy="882133"/>
      </dsp:txXfrm>
    </dsp:sp>
    <dsp:sp modelId="{25DE0D9C-C2A3-574D-AB38-2ADD78BDACF4}">
      <dsp:nvSpPr>
        <dsp:cNvPr id="0" name=""/>
        <dsp:cNvSpPr/>
      </dsp:nvSpPr>
      <dsp:spPr>
        <a:xfrm>
          <a:off x="3907829" y="421427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76951"/>
            <a:satOff val="-5914"/>
            <a:lumOff val="220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907829" y="498887"/>
        <a:ext cx="231757" cy="232382"/>
      </dsp:txXfrm>
    </dsp:sp>
    <dsp:sp modelId="{887E0130-3FE6-9D44-834C-B7D36D81D76B}">
      <dsp:nvSpPr>
        <dsp:cNvPr id="0" name=""/>
        <dsp:cNvSpPr/>
      </dsp:nvSpPr>
      <dsp:spPr>
        <a:xfrm>
          <a:off x="4376340" y="14656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402493"/>
            <a:satOff val="-9802"/>
            <a:lumOff val="428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VCF</a:t>
          </a:r>
        </a:p>
      </dsp:txBody>
      <dsp:txXfrm>
        <a:off x="4403784" y="174011"/>
        <a:ext cx="1506815" cy="882133"/>
      </dsp:txXfrm>
    </dsp:sp>
    <dsp:sp modelId="{EE5EE5B9-14B2-024F-BB62-19603498E96A}">
      <dsp:nvSpPr>
        <dsp:cNvPr id="0" name=""/>
        <dsp:cNvSpPr/>
      </dsp:nvSpPr>
      <dsp:spPr>
        <a:xfrm>
          <a:off x="6094214" y="421427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76951"/>
            <a:satOff val="-5914"/>
            <a:lumOff val="220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094214" y="498887"/>
        <a:ext cx="231757" cy="232382"/>
      </dsp:txXfrm>
    </dsp:sp>
    <dsp:sp modelId="{617CB4EA-9198-4A4D-89F5-B351DBB5A919}">
      <dsp:nvSpPr>
        <dsp:cNvPr id="0" name=""/>
        <dsp:cNvSpPr/>
      </dsp:nvSpPr>
      <dsp:spPr>
        <a:xfrm>
          <a:off x="6562724" y="14656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01247"/>
            <a:satOff val="-4901"/>
            <a:lumOff val="214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IGV</a:t>
          </a:r>
        </a:p>
      </dsp:txBody>
      <dsp:txXfrm>
        <a:off x="6590168" y="174011"/>
        <a:ext cx="1506815" cy="8821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F7D16-AA4F-A048-9EAA-07668FF911A8}">
      <dsp:nvSpPr>
        <dsp:cNvPr id="0" name=""/>
        <dsp:cNvSpPr/>
      </dsp:nvSpPr>
      <dsp:spPr>
        <a:xfrm rot="5400000">
          <a:off x="-151190" y="153535"/>
          <a:ext cx="1007938" cy="70555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</a:t>
          </a:r>
        </a:p>
      </dsp:txBody>
      <dsp:txXfrm rot="-5400000">
        <a:off x="1" y="355122"/>
        <a:ext cx="705556" cy="302382"/>
      </dsp:txXfrm>
    </dsp:sp>
    <dsp:sp modelId="{9A01E194-C3C1-8344-9248-C72AF2D1F895}">
      <dsp:nvSpPr>
        <dsp:cNvPr id="0" name=""/>
        <dsp:cNvSpPr/>
      </dsp:nvSpPr>
      <dsp:spPr>
        <a:xfrm rot="5400000">
          <a:off x="5282998" y="-4575096"/>
          <a:ext cx="655160" cy="98100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4130" rIns="24130" bIns="2413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QC summary from FASTQ</a:t>
          </a:r>
        </a:p>
      </dsp:txBody>
      <dsp:txXfrm rot="-5400000">
        <a:off x="705557" y="34327"/>
        <a:ext cx="9778061" cy="591196"/>
      </dsp:txXfrm>
    </dsp:sp>
    <dsp:sp modelId="{292708A8-219B-EC41-9B91-BBB45BF07692}">
      <dsp:nvSpPr>
        <dsp:cNvPr id="0" name=""/>
        <dsp:cNvSpPr/>
      </dsp:nvSpPr>
      <dsp:spPr>
        <a:xfrm rot="5400000">
          <a:off x="-151190" y="1043378"/>
          <a:ext cx="1007938" cy="70555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</a:t>
          </a:r>
        </a:p>
      </dsp:txBody>
      <dsp:txXfrm rot="-5400000">
        <a:off x="1" y="1244965"/>
        <a:ext cx="705556" cy="302382"/>
      </dsp:txXfrm>
    </dsp:sp>
    <dsp:sp modelId="{A562FE20-EE32-934D-BC63-48680CE11BEA}">
      <dsp:nvSpPr>
        <dsp:cNvPr id="0" name=""/>
        <dsp:cNvSpPr/>
      </dsp:nvSpPr>
      <dsp:spPr>
        <a:xfrm rot="5400000">
          <a:off x="5282998" y="-3685253"/>
          <a:ext cx="655160" cy="98100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4130" rIns="24130" bIns="2413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Alignment (BAM) &amp; index</a:t>
          </a:r>
        </a:p>
      </dsp:txBody>
      <dsp:txXfrm rot="-5400000">
        <a:off x="705557" y="924170"/>
        <a:ext cx="9778061" cy="591196"/>
      </dsp:txXfrm>
    </dsp:sp>
    <dsp:sp modelId="{A22C88A2-7FA0-6749-A3E4-3224A522567A}">
      <dsp:nvSpPr>
        <dsp:cNvPr id="0" name=""/>
        <dsp:cNvSpPr/>
      </dsp:nvSpPr>
      <dsp:spPr>
        <a:xfrm rot="5400000">
          <a:off x="-151190" y="1933221"/>
          <a:ext cx="1007938" cy="70555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</a:t>
          </a:r>
        </a:p>
      </dsp:txBody>
      <dsp:txXfrm rot="-5400000">
        <a:off x="1" y="2134808"/>
        <a:ext cx="705556" cy="302382"/>
      </dsp:txXfrm>
    </dsp:sp>
    <dsp:sp modelId="{5D4CF4E9-4413-B948-BCAB-23E70C6773E1}">
      <dsp:nvSpPr>
        <dsp:cNvPr id="0" name=""/>
        <dsp:cNvSpPr/>
      </dsp:nvSpPr>
      <dsp:spPr>
        <a:xfrm rot="5400000">
          <a:off x="5282998" y="-2795410"/>
          <a:ext cx="655160" cy="98100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4130" rIns="24130" bIns="2413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Coverage &amp; MAPQ summaries</a:t>
          </a:r>
        </a:p>
      </dsp:txBody>
      <dsp:txXfrm rot="-5400000">
        <a:off x="705557" y="1814013"/>
        <a:ext cx="9778061" cy="591196"/>
      </dsp:txXfrm>
    </dsp:sp>
    <dsp:sp modelId="{D66E4361-0EF5-7241-9BB6-F30FE7737870}">
      <dsp:nvSpPr>
        <dsp:cNvPr id="0" name=""/>
        <dsp:cNvSpPr/>
      </dsp:nvSpPr>
      <dsp:spPr>
        <a:xfrm rot="5400000">
          <a:off x="-151190" y="2823064"/>
          <a:ext cx="1007938" cy="70555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</a:t>
          </a:r>
        </a:p>
      </dsp:txBody>
      <dsp:txXfrm rot="-5400000">
        <a:off x="1" y="3024651"/>
        <a:ext cx="705556" cy="302382"/>
      </dsp:txXfrm>
    </dsp:sp>
    <dsp:sp modelId="{7A52B80E-F2A1-2441-AF25-668EACDC689B}">
      <dsp:nvSpPr>
        <dsp:cNvPr id="0" name=""/>
        <dsp:cNvSpPr/>
      </dsp:nvSpPr>
      <dsp:spPr>
        <a:xfrm rot="5400000">
          <a:off x="5282998" y="-1905567"/>
          <a:ext cx="655160" cy="98100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4130" rIns="24130" bIns="2413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Variant calls (VCF)</a:t>
          </a:r>
        </a:p>
      </dsp:txBody>
      <dsp:txXfrm rot="-5400000">
        <a:off x="705557" y="2703856"/>
        <a:ext cx="9778061" cy="591196"/>
      </dsp:txXfrm>
    </dsp:sp>
    <dsp:sp modelId="{AC4BC1BF-7767-C547-B7FD-85FC95DF33DC}">
      <dsp:nvSpPr>
        <dsp:cNvPr id="0" name=""/>
        <dsp:cNvSpPr/>
      </dsp:nvSpPr>
      <dsp:spPr>
        <a:xfrm rot="5400000">
          <a:off x="-151190" y="3712907"/>
          <a:ext cx="1007938" cy="70555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</a:t>
          </a:r>
        </a:p>
      </dsp:txBody>
      <dsp:txXfrm rot="-5400000">
        <a:off x="1" y="3914494"/>
        <a:ext cx="705556" cy="302382"/>
      </dsp:txXfrm>
    </dsp:sp>
    <dsp:sp modelId="{D8B644D9-BA8D-9245-B7C1-10569290F10B}">
      <dsp:nvSpPr>
        <dsp:cNvPr id="0" name=""/>
        <dsp:cNvSpPr/>
      </dsp:nvSpPr>
      <dsp:spPr>
        <a:xfrm rot="5400000">
          <a:off x="5282998" y="-1015724"/>
          <a:ext cx="655160" cy="98100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4130" rIns="24130" bIns="24130" numCol="1" spcCol="1270" anchor="ctr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Comparison to "truth" VCF</a:t>
          </a:r>
        </a:p>
      </dsp:txBody>
      <dsp:txXfrm rot="-5400000">
        <a:off x="705557" y="3593699"/>
        <a:ext cx="9778061" cy="5911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DF665-FF19-FE4F-B17A-FE2E820D0519}">
      <dsp:nvSpPr>
        <dsp:cNvPr id="0" name=""/>
        <dsp:cNvSpPr/>
      </dsp:nvSpPr>
      <dsp:spPr>
        <a:xfrm>
          <a:off x="4441403" y="1224"/>
          <a:ext cx="1632793" cy="1061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Base quality (Q)</a:t>
          </a:r>
        </a:p>
      </dsp:txBody>
      <dsp:txXfrm>
        <a:off x="4493212" y="53033"/>
        <a:ext cx="1529175" cy="957697"/>
      </dsp:txXfrm>
    </dsp:sp>
    <dsp:sp modelId="{8C2A0A20-60C9-874E-A00F-C18219115BFB}">
      <dsp:nvSpPr>
        <dsp:cNvPr id="0" name=""/>
        <dsp:cNvSpPr/>
      </dsp:nvSpPr>
      <dsp:spPr>
        <a:xfrm>
          <a:off x="3503681" y="531881"/>
          <a:ext cx="3508236" cy="3508236"/>
        </a:xfrm>
        <a:custGeom>
          <a:avLst/>
          <a:gdLst/>
          <a:ahLst/>
          <a:cxnLst/>
          <a:rect l="0" t="0" r="0" b="0"/>
          <a:pathLst>
            <a:path>
              <a:moveTo>
                <a:pt x="2582287" y="207810"/>
              </a:moveTo>
              <a:arcTo wR="1754118" hR="1754118" stAng="17890353" swAng="262698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1D03D-311B-3940-B1B4-DBF1561DDDF0}">
      <dsp:nvSpPr>
        <dsp:cNvPr id="0" name=""/>
        <dsp:cNvSpPr/>
      </dsp:nvSpPr>
      <dsp:spPr>
        <a:xfrm>
          <a:off x="6195521" y="1755342"/>
          <a:ext cx="1632793" cy="1061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Mapping Quality (MAPQ)</a:t>
          </a:r>
        </a:p>
      </dsp:txBody>
      <dsp:txXfrm>
        <a:off x="6247330" y="1807151"/>
        <a:ext cx="1529175" cy="957697"/>
      </dsp:txXfrm>
    </dsp:sp>
    <dsp:sp modelId="{1E55C125-6286-3F46-B6FD-20AE9A902EF4}">
      <dsp:nvSpPr>
        <dsp:cNvPr id="0" name=""/>
        <dsp:cNvSpPr/>
      </dsp:nvSpPr>
      <dsp:spPr>
        <a:xfrm>
          <a:off x="3503681" y="531881"/>
          <a:ext cx="3508236" cy="3508236"/>
        </a:xfrm>
        <a:custGeom>
          <a:avLst/>
          <a:gdLst/>
          <a:ahLst/>
          <a:cxnLst/>
          <a:rect l="0" t="0" r="0" b="0"/>
          <a:pathLst>
            <a:path>
              <a:moveTo>
                <a:pt x="3421962" y="2297463"/>
              </a:moveTo>
              <a:arcTo wR="1754118" hR="1754118" stAng="1082665" swAng="262698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CA28E9-E1F2-D042-BDC8-178C16DC9F19}">
      <dsp:nvSpPr>
        <dsp:cNvPr id="0" name=""/>
        <dsp:cNvSpPr/>
      </dsp:nvSpPr>
      <dsp:spPr>
        <a:xfrm>
          <a:off x="4441403" y="3509460"/>
          <a:ext cx="1632793" cy="1061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Depth / allele fraction</a:t>
          </a:r>
        </a:p>
      </dsp:txBody>
      <dsp:txXfrm>
        <a:off x="4493212" y="3561269"/>
        <a:ext cx="1529175" cy="957697"/>
      </dsp:txXfrm>
    </dsp:sp>
    <dsp:sp modelId="{E3F0677A-48AA-F34A-B95D-4CCCBCBD428B}">
      <dsp:nvSpPr>
        <dsp:cNvPr id="0" name=""/>
        <dsp:cNvSpPr/>
      </dsp:nvSpPr>
      <dsp:spPr>
        <a:xfrm>
          <a:off x="3503681" y="531881"/>
          <a:ext cx="3508236" cy="3508236"/>
        </a:xfrm>
        <a:custGeom>
          <a:avLst/>
          <a:gdLst/>
          <a:ahLst/>
          <a:cxnLst/>
          <a:rect l="0" t="0" r="0" b="0"/>
          <a:pathLst>
            <a:path>
              <a:moveTo>
                <a:pt x="925949" y="3300425"/>
              </a:moveTo>
              <a:arcTo wR="1754118" hR="1754118" stAng="7090353" swAng="262698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FA2CEF-25AB-494D-8275-4F58D0F2FBDC}">
      <dsp:nvSpPr>
        <dsp:cNvPr id="0" name=""/>
        <dsp:cNvSpPr/>
      </dsp:nvSpPr>
      <dsp:spPr>
        <a:xfrm>
          <a:off x="2687285" y="1755342"/>
          <a:ext cx="1632793" cy="10613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Repeat Context</a:t>
          </a:r>
        </a:p>
      </dsp:txBody>
      <dsp:txXfrm>
        <a:off x="2739094" y="1807151"/>
        <a:ext cx="1529175" cy="957697"/>
      </dsp:txXfrm>
    </dsp:sp>
    <dsp:sp modelId="{DF0AF6DD-4DED-2A4E-BBE9-D09AEC3F5E17}">
      <dsp:nvSpPr>
        <dsp:cNvPr id="0" name=""/>
        <dsp:cNvSpPr/>
      </dsp:nvSpPr>
      <dsp:spPr>
        <a:xfrm>
          <a:off x="3503681" y="531881"/>
          <a:ext cx="3508236" cy="3508236"/>
        </a:xfrm>
        <a:custGeom>
          <a:avLst/>
          <a:gdLst/>
          <a:ahLst/>
          <a:cxnLst/>
          <a:rect l="0" t="0" r="0" b="0"/>
          <a:pathLst>
            <a:path>
              <a:moveTo>
                <a:pt x="86273" y="1210772"/>
              </a:moveTo>
              <a:arcTo wR="1754118" hR="1754118" stAng="11882665" swAng="262698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E89524-F187-1F20-35A3-A3C7D726A7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F0036-B4E5-FC64-AFC6-0B8975E7A1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A9BF3-1EBE-B54D-B7B1-E7DFB1867AA2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4FDD8-8560-314A-E3BD-3D746E07BD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23265-EADC-7826-0E33-D9A653F95E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44452-8ADF-6B49-9FAB-4F2348058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6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995D5-0024-CE41-9ADD-BB1FE3BD249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8BD38-F3BA-CF4A-975A-EA8F153AD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0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on the position range &gt; 0-based vs. 1-based depending on what file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8BD38-F3BA-CF4A-975A-EA8F153AD4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8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ctr"/>
            <a:r>
              <a:rPr lang="en-US" dirty="0"/>
              <a:t>Single nucleotide polymorphisms (SNPs) are single nucleotide variants (SNVs) with &gt;1% minor allele frequency (MAF)</a:t>
            </a:r>
          </a:p>
          <a:p>
            <a:pPr lvl="1" fontAlgn="ctr"/>
            <a:r>
              <a:rPr lang="en-US" dirty="0"/>
              <a:t>minor allele frequency := % of population that has non-reference allele</a:t>
            </a:r>
            <a:endParaRPr lang="en-US" baseline="-25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8BD38-F3BA-CF4A-975A-EA8F153AD4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35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twice: one locus where the answer is clean, and one locus designed to trick us.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job is not to get a VCF (variant call format file)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always gives you a VCF. Your job is to decide what you trust, and defend it using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8BD38-F3BA-CF4A-975A-EA8F153AD4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0F90-ADA9-84ED-5E17-5F6990C59B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2"/>
            <a:ext cx="10515600" cy="2540719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spcAft>
                <a:spcPts val="0"/>
              </a:spcAft>
              <a:defRPr sz="48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39EFC-A02B-DE5C-0182-5744A1E623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181835"/>
            <a:ext cx="6626087" cy="1087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69E8-F31A-DF62-DFB4-3B9B5643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A8A6-9F20-404C-B82B-BFB9407BDDC4}" type="datetime1">
              <a:rPr lang="en-US" smtClean="0"/>
              <a:t>1/4/26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60A1-7EA1-F7D7-81BD-F4CCEEDB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3D0D-938C-F817-7DA8-C4B2FAA6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36F8E605-F01B-7544-2139-E705BE1E3C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4287" y="4181835"/>
            <a:ext cx="3986178" cy="207034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7C170B21-18ED-A0D4-8711-7D344B2F1E73}"/>
              </a:ext>
            </a:extLst>
          </p:cNvPr>
          <p:cNvSpPr txBox="1">
            <a:spLocks/>
          </p:cNvSpPr>
          <p:nvPr userDrawn="1"/>
        </p:nvSpPr>
        <p:spPr>
          <a:xfrm>
            <a:off x="838200" y="5269092"/>
            <a:ext cx="9144000" cy="519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Page Lab | Computational and Systems Biology</a:t>
            </a:r>
          </a:p>
        </p:txBody>
      </p:sp>
    </p:spTree>
    <p:extLst>
      <p:ext uri="{BB962C8B-B14F-4D97-AF65-F5344CB8AC3E}">
        <p14:creationId xmlns:p14="http://schemas.microsoft.com/office/powerpoint/2010/main" val="245940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1A35-CCC0-CAD3-DA8E-FC4441ED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868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9E73-6861-59B2-EF03-B5802913C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513"/>
            <a:ext cx="10515600" cy="4572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 marL="685800" indent="-228600">
              <a:buFont typeface="System Font Regular"/>
              <a:buChar char="⁃"/>
              <a:defRPr>
                <a:solidFill>
                  <a:schemeClr val="tx2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2"/>
                </a:solidFill>
              </a:defRPr>
            </a:lvl3pPr>
            <a:lvl4pPr marL="1600200" indent="-228600">
              <a:buFont typeface="Wingdings" pitchFamily="2" charset="2"/>
              <a:buChar char="§"/>
              <a:defRPr>
                <a:solidFill>
                  <a:schemeClr val="tx2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5585-E2AB-2D0C-2F97-EE52D0FB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1764-61EC-0745-BACA-CDBB2AF3565A}" type="datetime1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C4483-B21C-CFD1-596E-E649B08B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665CC-9CD8-A993-93B9-04C28A8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3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106F18-85D2-4335-F1F7-B254D3567B3A}"/>
              </a:ext>
            </a:extLst>
          </p:cNvPr>
          <p:cNvSpPr/>
          <p:nvPr userDrawn="1"/>
        </p:nvSpPr>
        <p:spPr>
          <a:xfrm>
            <a:off x="0" y="0"/>
            <a:ext cx="12192000" cy="12752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91A35-CCC0-CAD3-DA8E-FC4441ED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868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9E73-6861-59B2-EF03-B5802913C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513"/>
            <a:ext cx="10515600" cy="4572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 marL="685800" indent="-228600">
              <a:buFont typeface="System Font Regular"/>
              <a:buChar char="⁃"/>
              <a:defRPr>
                <a:solidFill>
                  <a:schemeClr val="tx2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2"/>
                </a:solidFill>
              </a:defRPr>
            </a:lvl3pPr>
            <a:lvl4pPr marL="1600200" indent="-228600">
              <a:buFont typeface="Wingdings" pitchFamily="2" charset="2"/>
              <a:buChar char="§"/>
              <a:defRPr>
                <a:solidFill>
                  <a:schemeClr val="tx2"/>
                </a:solidFill>
              </a:defRPr>
            </a:lvl4pPr>
            <a:lvl5pPr marL="2057400" indent="-228600">
              <a:buFont typeface="Wingdings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5585-E2AB-2D0C-2F97-EE52D0FB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1764-61EC-0745-BACA-CDBB2AF3565A}" type="datetime1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C4483-B21C-CFD1-596E-E649B08B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665CC-9CD8-A993-93B9-04C28A8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6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CEB2-C986-A7F2-0B11-0608027C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4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97D08-69B3-A7A6-7FD6-E59E39791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D94B9-8881-3A1E-2778-DCAEABB7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CE77-BDFC-2345-BDB8-0FD40C00A8A6}" type="datetime1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3410D-56A9-C431-9D8B-22D6A4EA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E16AE-F01F-6296-573B-0B163565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1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06F5-2E0C-2D99-D8FE-03F33EF0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4449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FC7BD-0C87-725C-6BC8-2BC191B53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3840"/>
            <a:ext cx="5181600" cy="46631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1CF4A-088F-741F-ABD5-62B263F34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3840"/>
            <a:ext cx="5181600" cy="46631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E41DA-317A-7B00-4BBD-C36A940A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E1FA-DD8A-034D-84D2-F316FB5F58D4}" type="datetime1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556F1-192A-67CA-8715-FBAA8A66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D87A0-46C1-E0E5-E01A-53642F0B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3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2D6B20-C5A2-0ED7-E0E0-94853309A749}"/>
              </a:ext>
            </a:extLst>
          </p:cNvPr>
          <p:cNvSpPr/>
          <p:nvPr userDrawn="1"/>
        </p:nvSpPr>
        <p:spPr>
          <a:xfrm>
            <a:off x="0" y="0"/>
            <a:ext cx="12192000" cy="12752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D06F5-2E0C-2D99-D8FE-03F33EF0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44498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FC7BD-0C87-725C-6BC8-2BC191B53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3840"/>
            <a:ext cx="5181600" cy="46631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1CF4A-088F-741F-ABD5-62B263F34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3840"/>
            <a:ext cx="5181600" cy="46631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E41DA-317A-7B00-4BBD-C36A940A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E1FA-DD8A-034D-84D2-F316FB5F58D4}" type="datetime1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556F1-192A-67CA-8715-FBAA8A66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D87A0-46C1-E0E5-E01A-53642F0B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6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6AF4-284E-3343-5E1A-7A8BDE28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5"/>
            <a:ext cx="10515600" cy="113385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904C-3FB4-3108-6085-E3FDE3824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75769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28C70-155F-2658-FA47-58336E54E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87599"/>
            <a:ext cx="5157787" cy="3802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C0AE9-88EC-EFA7-A2FA-96777E131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75769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53DE3-D578-D531-EFC2-99704B869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87599"/>
            <a:ext cx="5183188" cy="3802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73AC8-2688-9F4E-BA37-11866243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6F44-629A-BB43-818D-6F9EC1C7E32A}" type="datetime1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A63BE-9875-F471-6F06-3184048B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981C0-1F4F-A15C-E27A-DBFFFB4F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9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-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8C4D17-F1CC-76A3-691C-0E87959D089E}"/>
              </a:ext>
            </a:extLst>
          </p:cNvPr>
          <p:cNvSpPr/>
          <p:nvPr userDrawn="1"/>
        </p:nvSpPr>
        <p:spPr>
          <a:xfrm>
            <a:off x="0" y="0"/>
            <a:ext cx="12192000" cy="12752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D6AF4-284E-3343-5E1A-7A8BDE28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5"/>
            <a:ext cx="10515600" cy="113385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904C-3FB4-3108-6085-E3FDE3824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75769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28C70-155F-2658-FA47-58336E54E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87599"/>
            <a:ext cx="5157787" cy="3802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C0AE9-88EC-EFA7-A2FA-96777E131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75769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53DE3-D578-D531-EFC2-99704B869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87599"/>
            <a:ext cx="5183188" cy="3802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73AC8-2688-9F4E-BA37-11866243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6F44-629A-BB43-818D-6F9EC1C7E32A}" type="datetime1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A63BE-9875-F471-6F06-3184048B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981C0-1F4F-A15C-E27A-DBFFFB4F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3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5763-ACF1-442E-5B70-85506576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444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1D211-E4EA-54E9-9D2F-615A4DD8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0F29-027C-384C-B6D8-6F876AF366C4}" type="datetime1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1C357-4E63-03DE-92C3-396ED028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BB03D-8671-3D4C-1CF5-30C47580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1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34956EA-2436-587A-62B2-5136C1640414}"/>
              </a:ext>
            </a:extLst>
          </p:cNvPr>
          <p:cNvSpPr/>
          <p:nvPr userDrawn="1"/>
        </p:nvSpPr>
        <p:spPr>
          <a:xfrm>
            <a:off x="0" y="0"/>
            <a:ext cx="12192000" cy="12752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C5763-ACF1-442E-5B70-85506576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444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1D211-E4EA-54E9-9D2F-615A4DD8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0F29-027C-384C-B6D8-6F876AF366C4}" type="datetime1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1C357-4E63-03DE-92C3-396ED028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BB03D-8671-3D4C-1CF5-30C47580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1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FC7BD-0C87-725C-6BC8-2BC191B53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26" y="533400"/>
            <a:ext cx="6000774" cy="50392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1CF4A-088F-741F-ABD5-62B263F34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33400"/>
            <a:ext cx="6000774" cy="50392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E41DA-317A-7B00-4BBD-C36A940A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E1FA-DD8A-034D-84D2-F316FB5F58D4}" type="datetime1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556F1-192A-67CA-8715-FBAA8A66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D87A0-46C1-E0E5-E01A-53642F0B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9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58109-6791-11A2-F25C-0024E13F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491F-F83F-F542-9093-CC1A93362910}" type="datetime1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1E07A9-B654-7584-4D82-804C2329D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1D527-E44C-85E6-1B4F-7D0BEE2E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71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659D-8F1B-4207-D49E-5FB104D2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10DE-055B-6F88-F5AF-59D1B2FD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DB5D5-BB06-FAC3-59E5-3E00EB5FE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25FD6-CDF0-EE99-5EDA-6ED9F178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44C5-61C1-2B4A-A1E2-F762211CF801}" type="datetime1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F0D75-2B59-3C30-E384-5BDC083F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96197-FA97-0837-8446-C8FC7FE4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68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CAD6-27FB-8EA8-2243-E6E3E13DC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E4144-9ACB-E5C1-F28F-CB7BE9D24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B771D-9F7A-DF12-B08F-7DC4C3CC8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8690C-8F60-C2C0-D94D-44741A4F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511E6-AB36-D146-9023-8AE1EDA16D1B}" type="datetime1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1552-CDA5-01F3-F01B-7A9DC6C3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665B6-C3E3-0164-D5AD-B8B74023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17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E003-3F1C-9490-2EC2-9D97BEBA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FCD84-1507-BDBB-00B6-FE2E0386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12521-36CA-81E6-7A7E-3D9F65FB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E15E-7F44-0E48-9D35-0F71CB52ED3A}" type="datetime1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FD15D-B008-EC0E-A36F-3FD72A8E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B635F-92DA-CA7B-BDF5-C27ED242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57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FC8B0-12AC-F948-1781-C4EF69BF5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EDF45-4AD3-E261-089D-4AC0A51D5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6C2B3-D95C-E60A-A69A-837883DA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861E3-15E2-8746-BD5F-A4D108967617}" type="datetime1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1F854-2308-DC3C-A700-39A77928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DD643-FFCB-85E0-DB66-AD45B8F8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1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EF1D6-3A25-2248-F9A5-546ACFF7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46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6FEB3-E70B-1095-B9CB-1A43E652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4513"/>
            <a:ext cx="10515600" cy="4572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5347B-9110-4314-75E7-64F63280C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14C17-1023-AA45-AD53-B9569B6D2DD5}" type="datetime1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4EB0-CD86-1D1D-BA3E-CE6973A8A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AEA0D-B4F3-57A6-0CC8-D3F8BDADA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1D1EA-C39B-1047-A13F-600ACDC1B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0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2" r:id="rId6"/>
    <p:sldLayoutId id="2147483653" r:id="rId7"/>
    <p:sldLayoutId id="2147483663" r:id="rId8"/>
    <p:sldLayoutId id="2147483654" r:id="rId9"/>
    <p:sldLayoutId id="2147483664" r:id="rId10"/>
    <p:sldLayoutId id="2147483660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3600" b="1" kern="1200">
          <a:solidFill>
            <a:schemeClr val="tx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⁃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v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ik-owen/2026_QMW_Genomics/tree/main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D2A9-D095-6202-D09C-5AAF3ADE1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DNA-seq alignments and genome analysis</a:t>
            </a:r>
            <a:br>
              <a:rPr lang="en-US" dirty="0"/>
            </a:br>
            <a:r>
              <a:rPr lang="en-US" sz="4000" b="0" dirty="0"/>
              <a:t>Quantitative Methods Workshop 2026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F5B17-4B5E-D0A3-ED63-93F4F28F7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Erik Owen</a:t>
            </a:r>
          </a:p>
          <a:p>
            <a:r>
              <a:rPr lang="en-US" dirty="0"/>
              <a:t>January 5,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56A5B-8A71-2542-4B09-F6B7E621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0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0762-5EFD-FF63-E34F-E76F98EC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today’s genomics roadmap: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FDDDB-663C-C3B2-162C-5175788F8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Sequencing technology: how reads (and errors!) are made</a:t>
            </a:r>
          </a:p>
          <a:p>
            <a:pPr lvl="1"/>
            <a:r>
              <a:rPr lang="en-US" dirty="0"/>
              <a:t>Covered </a:t>
            </a:r>
            <a:r>
              <a:rPr lang="en-US"/>
              <a:t>in prework section</a:t>
            </a:r>
            <a:endParaRPr lang="en-US" dirty="0"/>
          </a:p>
          <a:p>
            <a:r>
              <a:rPr lang="en-US" dirty="0"/>
              <a:t>File formats: FASTA, FASTQ, SAM, BAM, VCF</a:t>
            </a:r>
          </a:p>
          <a:p>
            <a:r>
              <a:rPr lang="en-US" dirty="0"/>
              <a:t>Align reads to reference genome</a:t>
            </a:r>
          </a:p>
          <a:p>
            <a:r>
              <a:rPr lang="en-US" dirty="0"/>
              <a:t>Call variants + interpret evidence</a:t>
            </a:r>
          </a:p>
          <a:p>
            <a:r>
              <a:rPr lang="en-US" dirty="0"/>
              <a:t>Understand depth &amp; coverage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Case studies: </a:t>
            </a:r>
          </a:p>
          <a:p>
            <a:pPr lvl="1"/>
            <a:r>
              <a:rPr lang="en-US" dirty="0"/>
              <a:t>Pathogenic SNP in </a:t>
            </a:r>
            <a:r>
              <a:rPr lang="en-US" i="1" dirty="0"/>
              <a:t>HBB</a:t>
            </a:r>
            <a:r>
              <a:rPr lang="en-US" dirty="0"/>
              <a:t> locus </a:t>
            </a:r>
          </a:p>
          <a:p>
            <a:pPr lvl="1"/>
            <a:r>
              <a:rPr lang="en-US" dirty="0"/>
              <a:t>Repeat-heavy complexity in </a:t>
            </a:r>
            <a:r>
              <a:rPr lang="en-US" i="1" dirty="0"/>
              <a:t>MTERF3</a:t>
            </a:r>
            <a:r>
              <a:rPr lang="en-US" dirty="0"/>
              <a:t> locus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F47FC-1903-0172-B827-CDECE7DF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F4E831-0064-E380-2698-298FE836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genomes are like maps:</a:t>
            </a:r>
            <a:br>
              <a:rPr lang="en-US" dirty="0"/>
            </a:br>
            <a:r>
              <a:rPr lang="en-US" b="0" dirty="0"/>
              <a:t>Features on either map are coordinate based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9BF05-B432-9182-3DAB-43A978E8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A9FF6FD8-BF2D-959B-1384-AFE2273BAB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21776"/>
            <a:ext cx="10515600" cy="433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233F2C-4B76-BEB2-8418-B17129909460}"/>
              </a:ext>
            </a:extLst>
          </p:cNvPr>
          <p:cNvSpPr txBox="1"/>
          <p:nvPr/>
        </p:nvSpPr>
        <p:spPr>
          <a:xfrm>
            <a:off x="838200" y="6136700"/>
            <a:ext cx="94228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rgbClr val="1B1B1B"/>
                </a:solidFill>
                <a:effectLst/>
                <a:latin typeface="Roboto Mono Web"/>
              </a:rPr>
              <a:t>Dolan, Mary E et al. “Genomes as geography: using GIS technology to build interactive genome feature maps.” </a:t>
            </a:r>
            <a:r>
              <a:rPr lang="en-US" sz="1600" b="0" i="1" u="none" strike="noStrike" dirty="0">
                <a:solidFill>
                  <a:srgbClr val="1B1B1B"/>
                </a:solidFill>
                <a:effectLst/>
                <a:latin typeface="Roboto Mono Web"/>
              </a:rPr>
              <a:t>BMC bioinformatics</a:t>
            </a:r>
            <a:r>
              <a:rPr lang="en-US" sz="1600" b="0" i="0" u="none" strike="noStrike" dirty="0">
                <a:solidFill>
                  <a:srgbClr val="1B1B1B"/>
                </a:solidFill>
                <a:effectLst/>
                <a:latin typeface="Roboto Mono Web"/>
              </a:rPr>
              <a:t> vol. 7 416. 19 Sep. 2006, doi:10.1186/1471-2105-7-416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DD5A5D-CE1C-B8A3-7E60-230347FA1BBD}"/>
              </a:ext>
            </a:extLst>
          </p:cNvPr>
          <p:cNvSpPr/>
          <p:nvPr/>
        </p:nvSpPr>
        <p:spPr>
          <a:xfrm>
            <a:off x="542610" y="1425575"/>
            <a:ext cx="6086789" cy="1135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Note: Even maps have editions! </a:t>
            </a:r>
            <a:br>
              <a:rPr lang="en-US" sz="2000" dirty="0"/>
            </a:br>
            <a:r>
              <a:rPr lang="en-US" sz="2000" dirty="0"/>
              <a:t>Better sequencing/assemblers  -&gt; new genome “builds”</a:t>
            </a:r>
          </a:p>
        </p:txBody>
      </p:sp>
    </p:spTree>
    <p:extLst>
      <p:ext uri="{BB962C8B-B14F-4D97-AF65-F5344CB8AC3E}">
        <p14:creationId xmlns:p14="http://schemas.microsoft.com/office/powerpoint/2010/main" val="61906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4659-6B34-DD92-59B4-B8A01666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Genomic coordinates require a build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8F5386-340E-4A6F-3105-C8A212D0BA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coordinate is like a street address:</a:t>
            </a:r>
          </a:p>
          <a:p>
            <a:pPr marL="457200" lvl="1" indent="0">
              <a:buNone/>
            </a:pPr>
            <a:r>
              <a:rPr lang="en-US" dirty="0"/>
              <a:t>MIT</a:t>
            </a:r>
          </a:p>
          <a:p>
            <a:pPr marL="457200" lvl="1" indent="0">
              <a:buNone/>
            </a:pPr>
            <a:r>
              <a:rPr lang="en-US" dirty="0"/>
              <a:t>77 Massachusetts Ave.</a:t>
            </a:r>
          </a:p>
          <a:p>
            <a:pPr marL="457200" lvl="1" indent="0">
              <a:buNone/>
            </a:pPr>
            <a:r>
              <a:rPr lang="en-US" dirty="0"/>
              <a:t>Cambridge, MA 02139</a:t>
            </a:r>
          </a:p>
          <a:p>
            <a:r>
              <a:rPr lang="en-US" dirty="0"/>
              <a:t>Genome coordinates need:</a:t>
            </a:r>
          </a:p>
          <a:p>
            <a:pPr lvl="1"/>
            <a:r>
              <a:rPr lang="en-US" dirty="0"/>
              <a:t>A build: {hg19, hg38, hs1}</a:t>
            </a:r>
          </a:p>
          <a:p>
            <a:pPr lvl="1"/>
            <a:r>
              <a:rPr lang="en-US" dirty="0"/>
              <a:t>A chromosome:</a:t>
            </a:r>
          </a:p>
          <a:p>
            <a:pPr lvl="1"/>
            <a:r>
              <a:rPr lang="en-US" dirty="0"/>
              <a:t>Position range:</a:t>
            </a:r>
          </a:p>
          <a:p>
            <a:pPr lvl="1"/>
            <a:r>
              <a:rPr lang="en-US" dirty="0"/>
              <a:t>For variants, what change?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39165-2A63-F77B-6228-3250E142C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3840"/>
            <a:ext cx="5741894" cy="4663123"/>
          </a:xfrm>
        </p:spPr>
        <p:txBody>
          <a:bodyPr/>
          <a:lstStyle/>
          <a:p>
            <a:r>
              <a:rPr lang="en-US" dirty="0"/>
              <a:t>Here’s a range describing the locus for </a:t>
            </a:r>
            <a:r>
              <a:rPr lang="en-US" i="1" dirty="0"/>
              <a:t>XIST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hg38 chrX:73,820,656-73,852,714 </a:t>
            </a:r>
          </a:p>
          <a:p>
            <a:endParaRPr lang="en-US" dirty="0"/>
          </a:p>
          <a:p>
            <a:r>
              <a:rPr lang="en-US" dirty="0"/>
              <a:t>Here’s a variant example:</a:t>
            </a:r>
          </a:p>
          <a:p>
            <a:pPr marL="457200" lvl="1" indent="0">
              <a:buNone/>
            </a:pPr>
            <a:r>
              <a:rPr lang="en-US" dirty="0"/>
              <a:t>hg38 chr1:55,555,555 G&gt;A</a:t>
            </a:r>
          </a:p>
          <a:p>
            <a:endParaRPr lang="en-US" dirty="0"/>
          </a:p>
          <a:p>
            <a:pPr lvl="1"/>
            <a:r>
              <a:rPr lang="en-US" i="1" dirty="0"/>
              <a:t>Note</a:t>
            </a:r>
            <a:r>
              <a:rPr lang="en-US" dirty="0"/>
              <a:t>: for position range, 0-based vs. 1-based matters based on file type (more later)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A7F9B-638A-81B7-F865-18C579D6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9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1128-864A-199C-8A71-422DF96D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two people are 100% identical; we carry germline &amp; somatic mutations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6264C-C7C0-2CD7-DE75-7F84B5A173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Human genome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≈3×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 bp long!</a:t>
                </a:r>
              </a:p>
              <a:p>
                <a:r>
                  <a:rPr lang="en-US" dirty="0"/>
                  <a:t>However, at base-pair level, humans are ~99.9% identical!</a:t>
                </a:r>
              </a:p>
              <a:p>
                <a:pPr fontAlgn="ctr"/>
                <a:r>
                  <a:rPr lang="en-US" dirty="0"/>
                  <a:t>Two state locus </a:t>
                </a:r>
                <a14:m>
                  <m:oMath xmlns:m="http://schemas.openxmlformats.org/officeDocument/2006/math">
                    <m:r>
                      <a:rPr lang="en-US"/>
                      <m:t>{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𝐴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,</m:t>
                    </m:r>
                    <m:r>
                      <a:rPr lang="en-US" i="1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𝐴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r>
                      <a:rPr lang="en-US"/>
                      <m:t>}</m:t>
                    </m:r>
                  </m:oMath>
                </a14:m>
                <a:r>
                  <a:rPr lang="en-US" dirty="0"/>
                  <a:t> : which state you are in == your allele!</a:t>
                </a:r>
              </a:p>
              <a:p>
                <a:pPr fontAlgn="ctr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≈3×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SNPs per person &gt; ~1 SNP/1000 bp</a:t>
                </a:r>
              </a:p>
              <a:p>
                <a:pPr fontAlgn="ctr"/>
                <a:r>
                  <a:rPr lang="en-US" dirty="0"/>
                  <a:t>Variants include</a:t>
                </a:r>
              </a:p>
              <a:p>
                <a:pPr lvl="1" fontAlgn="ctr"/>
                <a:r>
                  <a:rPr lang="en-US" dirty="0"/>
                  <a:t>Single nucleotide variants (SNVs) – single base pair (bp)</a:t>
                </a:r>
              </a:p>
              <a:p>
                <a:pPr lvl="1" fontAlgn="ctr"/>
                <a:r>
                  <a:rPr lang="en-US" dirty="0"/>
                  <a:t>indels (insertions + deletions) -- &lt;50 bp</a:t>
                </a:r>
              </a:p>
              <a:p>
                <a:pPr lvl="1" fontAlgn="ctr"/>
                <a:r>
                  <a:rPr lang="en-US" dirty="0"/>
                  <a:t>Structural variants (SVs) – &gt;50 bp – all the way to chr level (aneuploidy)</a:t>
                </a:r>
              </a:p>
              <a:p>
                <a:pPr fontAlgn="ctr"/>
                <a:endParaRPr lang="en-US" b="1" dirty="0"/>
              </a:p>
              <a:p>
                <a:pPr fontAlgn="ctr"/>
                <a:r>
                  <a:rPr lang="en-US" b="1" dirty="0"/>
                  <a:t>Driving question of genetics: how do genetic variants drive a measurable trait (aka a phenotype)?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6264C-C7C0-2CD7-DE75-7F84B5A17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13D97-89C8-9165-D70F-49F1979A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3D5B-4B51-04C8-7D9E-75535A41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variant call is an evidenced-based claim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021F7-59D7-CFC4-DD07-12ED98817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Variant := difference from reference</a:t>
            </a:r>
          </a:p>
          <a:p>
            <a:r>
              <a:rPr lang="en-US" dirty="0"/>
              <a:t>Variant call := interpretation of evidence</a:t>
            </a:r>
          </a:p>
          <a:p>
            <a:endParaRPr lang="en-US" dirty="0"/>
          </a:p>
          <a:p>
            <a:r>
              <a:rPr lang="en-US" dirty="0"/>
              <a:t>Interpretation labels: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F9E66-3BF9-59BA-69E4-A0C2BFAB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672005-659A-4632-A34A-A19F0B723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034512"/>
              </p:ext>
            </p:extLst>
          </p:nvPr>
        </p:nvGraphicFramePr>
        <p:xfrm>
          <a:off x="4754880" y="2826376"/>
          <a:ext cx="4349931" cy="3895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5209AF6-2CF9-B7AA-E908-13FC0A506D6B}"/>
              </a:ext>
            </a:extLst>
          </p:cNvPr>
          <p:cNvSpPr/>
          <p:nvPr/>
        </p:nvSpPr>
        <p:spPr>
          <a:xfrm>
            <a:off x="838200" y="4339087"/>
            <a:ext cx="2864224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Today’s goal:</a:t>
            </a:r>
            <a:br>
              <a:rPr lang="en-US" sz="2400" dirty="0"/>
            </a:br>
            <a:r>
              <a:rPr lang="en-US" sz="2400" dirty="0"/>
              <a:t>learn how to find a variant!</a:t>
            </a:r>
          </a:p>
        </p:txBody>
      </p:sp>
    </p:spTree>
    <p:extLst>
      <p:ext uri="{BB962C8B-B14F-4D97-AF65-F5344CB8AC3E}">
        <p14:creationId xmlns:p14="http://schemas.microsoft.com/office/powerpoint/2010/main" val="131372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159A38-1077-2750-B7BD-749C3259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Checkpoint!</a:t>
            </a:r>
            <a:br>
              <a:rPr lang="en-US" dirty="0"/>
            </a:br>
            <a:r>
              <a:rPr lang="en-US" b="0" dirty="0"/>
              <a:t>Answer questions in LMS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07D002-5A73-2B56-852B-4D8E1FD8E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25E41-1C41-FF85-1B4E-D921289E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7</a:t>
            </a:fld>
            <a:endParaRPr lang="en-US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E08D3D7E-2288-BFEC-F35D-41813BF7E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350" y="0"/>
            <a:ext cx="3422650" cy="342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D69CBC-DF35-4641-A331-D47FF199D2EB}"/>
              </a:ext>
            </a:extLst>
          </p:cNvPr>
          <p:cNvSpPr txBox="1"/>
          <p:nvPr/>
        </p:nvSpPr>
        <p:spPr>
          <a:xfrm>
            <a:off x="9170894" y="3523129"/>
            <a:ext cx="2837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Photo 51</a:t>
            </a:r>
            <a:r>
              <a:rPr lang="en-US" dirty="0"/>
              <a:t>, Raymond Gosling and Rosalind Franklin 1952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8624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4283D4-60E2-87EF-0307-DD9EEC23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studies: same pipeline, different trust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FA3D9C-ACDA-FA93-8C6A-A3ACB9210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Locus 1: </a:t>
            </a:r>
            <a:r>
              <a:rPr lang="en-US" i="1" dirty="0"/>
              <a:t>HBB </a:t>
            </a:r>
            <a:r>
              <a:rPr lang="en-US" dirty="0"/>
              <a:t>(on chr11)</a:t>
            </a:r>
            <a:endParaRPr lang="en-US" i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B314197-9248-32B9-5A9F-3DADFE9196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/>
              <a:t>HBB</a:t>
            </a:r>
            <a:r>
              <a:rPr lang="en-US" dirty="0"/>
              <a:t> codes for Hemoglobin subunit beta</a:t>
            </a:r>
          </a:p>
          <a:p>
            <a:endParaRPr lang="en-US" dirty="0"/>
          </a:p>
          <a:p>
            <a:r>
              <a:rPr lang="en-US" dirty="0"/>
              <a:t>Has functional evidence for how a SNV causes sickle cell disease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3F1B11-4480-E3F8-A095-6E0A53549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Locus 2: </a:t>
            </a:r>
            <a:r>
              <a:rPr lang="en-US" i="1" dirty="0"/>
              <a:t>MTERF3</a:t>
            </a:r>
            <a:r>
              <a:rPr lang="en-US" dirty="0"/>
              <a:t> (on chr8)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D5EFE25-871E-5C3C-0758-595C31B804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i="1" dirty="0"/>
              <a:t>MTERF3 </a:t>
            </a:r>
            <a:r>
              <a:rPr lang="en-US" dirty="0"/>
              <a:t>codes for Mitochondrial Transcription Termination Factor 3</a:t>
            </a:r>
          </a:p>
          <a:p>
            <a:r>
              <a:rPr lang="en-US" dirty="0"/>
              <a:t>Repeat-heavy region which will let us study ambiguous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6E048-8A89-8091-C904-D917645A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A757769-7DCD-3435-44FF-B154DFE4CB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9974260"/>
              </p:ext>
            </p:extLst>
          </p:nvPr>
        </p:nvGraphicFramePr>
        <p:xfrm>
          <a:off x="1933575" y="5662501"/>
          <a:ext cx="8128000" cy="1230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06C33C-761D-36A1-A934-43881A5BE970}"/>
              </a:ext>
            </a:extLst>
          </p:cNvPr>
          <p:cNvSpPr/>
          <p:nvPr/>
        </p:nvSpPr>
        <p:spPr>
          <a:xfrm>
            <a:off x="4397375" y="5079672"/>
            <a:ext cx="3200400" cy="6051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Pipeline output:</a:t>
            </a:r>
          </a:p>
        </p:txBody>
      </p:sp>
    </p:spTree>
    <p:extLst>
      <p:ext uri="{BB962C8B-B14F-4D97-AF65-F5344CB8AC3E}">
        <p14:creationId xmlns:p14="http://schemas.microsoft.com/office/powerpoint/2010/main" val="200180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23F3B9-8B60-59EA-FDA0-E11D16B5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notebook with </a:t>
            </a:r>
            <a:r>
              <a:rPr lang="en-US" dirty="0" err="1"/>
              <a:t>colab</a:t>
            </a:r>
            <a:r>
              <a:rPr lang="en-US" dirty="0"/>
              <a:t>, you will generate: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2652BAD-4AFF-3C42-A116-EA114F554F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972466"/>
              </p:ext>
            </p:extLst>
          </p:nvPr>
        </p:nvGraphicFramePr>
        <p:xfrm>
          <a:off x="838200" y="1604963"/>
          <a:ext cx="10515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9579B-F758-E822-AA61-2B94E190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4BD2-F1E4-8CAA-8BA4-596C6C6D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you trust a call, check: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EB2A7B-B8FB-EE8E-EEE0-0F3939699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314931"/>
              </p:ext>
            </p:extLst>
          </p:nvPr>
        </p:nvGraphicFramePr>
        <p:xfrm>
          <a:off x="838200" y="1604963"/>
          <a:ext cx="10515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AD2B6-0298-149A-5504-74C7EC10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10</a:t>
            </a:fld>
            <a:endParaRPr lang="en-US"/>
          </a:p>
        </p:txBody>
      </p:sp>
      <p:pic>
        <p:nvPicPr>
          <p:cNvPr id="7" name="Graphic 6" descr="DNA with solid fill">
            <a:extLst>
              <a:ext uri="{FF2B5EF4-FFF2-40B4-BE49-F238E27FC236}">
                <a16:creationId xmlns:a16="http://schemas.microsoft.com/office/drawing/2014/main" id="{10BE51A8-9C42-49A5-FAFC-C3A9845909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2965" y="3133165"/>
            <a:ext cx="1506070" cy="15060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40F24E-09DA-16B0-FA94-4BE605549998}"/>
              </a:ext>
            </a:extLst>
          </p:cNvPr>
          <p:cNvSpPr/>
          <p:nvPr/>
        </p:nvSpPr>
        <p:spPr>
          <a:xfrm>
            <a:off x="6333564" y="3805518"/>
            <a:ext cx="134470" cy="1613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46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7851-8A76-7A91-D4C0-3F360BAC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follow instructions in the README of the linked git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5355-7536-02A2-0AE0-6D300A875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https://github.com/erik-owen/2026_QMW_Genomics/tree/main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C2EA7-8141-EE6F-BD69-A2265784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1D1EA-C39B-1047-A13F-600ACDC1B0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5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50611_Page_Lab_Template" id="{1523359E-377B-C443-889E-91AF2EF493BC}" vid="{EC85D8B5-4693-7949-9742-A202B750C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704</Words>
  <Application>Microsoft Macintosh PowerPoint</Application>
  <PresentationFormat>Widescreen</PresentationFormat>
  <Paragraphs>109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Arial</vt:lpstr>
      <vt:lpstr>Calibri</vt:lpstr>
      <vt:lpstr>Cambria Math</vt:lpstr>
      <vt:lpstr>Century Gothic</vt:lpstr>
      <vt:lpstr>Courier New</vt:lpstr>
      <vt:lpstr>Roboto Mono Web</vt:lpstr>
      <vt:lpstr>System Font Regular</vt:lpstr>
      <vt:lpstr>Wingdings</vt:lpstr>
      <vt:lpstr>Office Theme</vt:lpstr>
      <vt:lpstr>DNA-seq alignments and genome analysis Quantitative Methods Workshop 2026</vt:lpstr>
      <vt:lpstr>Welcome to today’s genomics roadmap:</vt:lpstr>
      <vt:lpstr>Reference genomes are like maps: Features on either map are coordinate based</vt:lpstr>
      <vt:lpstr>Genomic coordinates require a build</vt:lpstr>
      <vt:lpstr>No two people are 100% identical; we carry germline &amp; somatic mutations</vt:lpstr>
      <vt:lpstr>A variant call is an evidenced-based claim</vt:lpstr>
      <vt:lpstr>Checkpoint! Answer questions in LMS</vt:lpstr>
      <vt:lpstr>Case studies: same pipeline, different trust</vt:lpstr>
      <vt:lpstr>Using notebook with colab, you will generate:</vt:lpstr>
      <vt:lpstr>Before you trust a call, check:</vt:lpstr>
      <vt:lpstr>Now follow instructions in the README of the linked git repo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Owen</dc:creator>
  <cp:lastModifiedBy>Erik Owen</cp:lastModifiedBy>
  <cp:revision>1</cp:revision>
  <dcterms:created xsi:type="dcterms:W3CDTF">2026-01-04T23:48:44Z</dcterms:created>
  <dcterms:modified xsi:type="dcterms:W3CDTF">2026-01-05T02:36:40Z</dcterms:modified>
</cp:coreProperties>
</file>