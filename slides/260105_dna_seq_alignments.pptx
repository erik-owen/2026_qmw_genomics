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42"/>
    <p:restoredTop sz="96327"/>
  </p:normalViewPr>
  <p:slideViewPr>
    <p:cSldViewPr snapToGrid="0">
      <p:cViewPr varScale="1">
        <p:scale>
          <a:sx n="127" d="100"/>
          <a:sy n="127" d="100"/>
        </p:scale>
        <p:origin x="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E89524-F187-1F20-35A3-A3C7D726A7D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DF0036-B4E5-FC64-AFC6-0B8975E7A1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A9BF3-1EBE-B54D-B7B1-E7DFB1867AA2}" type="datetimeFigureOut">
              <a:rPr lang="en-US" smtClean="0"/>
              <a:t>1/4/26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F4FDD8-8560-314A-E3BD-3D746E07BDB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23265-EADC-7826-0E33-D9A653F95EA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44452-8ADF-6B49-9FAB-4F2348058C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169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A995D5-0024-CE41-9ADD-BB1FE3BD249C}" type="datetimeFigureOut">
              <a:rPr lang="en-US" smtClean="0"/>
              <a:t>1/4/26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28BD38-F3BA-CF4A-975A-EA8F153AD4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504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60F90-ADA9-84ED-5E17-5F6990C59B1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1122362"/>
            <a:ext cx="10515600" cy="2540719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spcAft>
                <a:spcPts val="0"/>
              </a:spcAft>
              <a:defRPr sz="4800"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C39EFC-A02B-DE5C-0182-5744A1E623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4181835"/>
            <a:ext cx="6626087" cy="1087257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Author</a:t>
            </a:r>
            <a:br>
              <a:rPr lang="en-US" dirty="0"/>
            </a:br>
            <a:r>
              <a:rPr lang="en-US" dirty="0"/>
              <a:t>Date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669E8-F31A-DF62-DFB4-3B9B56438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A8A6-9F20-404C-B82B-BFB9407BDDC4}" type="datetime1">
              <a:rPr lang="en-US" smtClean="0"/>
              <a:t>1/4/26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C60A1-7EA1-F7D7-81BD-F4CCEEDBC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503D0D-938C-F817-7DA8-C4B2FAA67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9" name="Picture 8" descr="A black background with blue text&#10;&#10;Description automatically generated">
            <a:extLst>
              <a:ext uri="{FF2B5EF4-FFF2-40B4-BE49-F238E27FC236}">
                <a16:creationId xmlns:a16="http://schemas.microsoft.com/office/drawing/2014/main" id="{36F8E605-F01B-7544-2139-E705BE1E3C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4287" y="4181835"/>
            <a:ext cx="3986178" cy="2070340"/>
          </a:xfrm>
          <a:prstGeom prst="rect">
            <a:avLst/>
          </a:prstGeom>
        </p:spPr>
      </p:pic>
      <p:sp>
        <p:nvSpPr>
          <p:cNvPr id="13" name="Subtitle 2">
            <a:extLst>
              <a:ext uri="{FF2B5EF4-FFF2-40B4-BE49-F238E27FC236}">
                <a16:creationId xmlns:a16="http://schemas.microsoft.com/office/drawing/2014/main" id="{7C170B21-18ED-A0D4-8711-7D344B2F1E73}"/>
              </a:ext>
            </a:extLst>
          </p:cNvPr>
          <p:cNvSpPr txBox="1">
            <a:spLocks/>
          </p:cNvSpPr>
          <p:nvPr userDrawn="1"/>
        </p:nvSpPr>
        <p:spPr>
          <a:xfrm>
            <a:off x="838200" y="5269092"/>
            <a:ext cx="9144000" cy="5195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Page Lab | Computational and Systems Biology</a:t>
            </a:r>
          </a:p>
        </p:txBody>
      </p:sp>
    </p:spTree>
    <p:extLst>
      <p:ext uri="{BB962C8B-B14F-4D97-AF65-F5344CB8AC3E}">
        <p14:creationId xmlns:p14="http://schemas.microsoft.com/office/powerpoint/2010/main" val="2459408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1A35-CCC0-CAD3-DA8E-FC4441ED7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868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C9E73-6861-59B2-EF03-B5802913C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4513"/>
            <a:ext cx="10515600" cy="4572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 marL="685800" indent="-228600">
              <a:buFont typeface="System Font Regular"/>
              <a:buChar char="⁃"/>
              <a:defRPr>
                <a:solidFill>
                  <a:schemeClr val="tx2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chemeClr val="tx2"/>
                </a:solidFill>
              </a:defRPr>
            </a:lvl3pPr>
            <a:lvl4pPr marL="1600200" indent="-228600">
              <a:buFont typeface="Wingdings" pitchFamily="2" charset="2"/>
              <a:buChar char="§"/>
              <a:defRPr>
                <a:solidFill>
                  <a:schemeClr val="tx2"/>
                </a:solidFill>
              </a:defRPr>
            </a:lvl4pPr>
            <a:lvl5pPr marL="2057400" indent="-228600">
              <a:buFont typeface="Wingdings" pitchFamily="2" charset="2"/>
              <a:buChar char="v"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25585-E2AB-2D0C-2F97-EE52D0FBA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51764-61EC-0745-BACA-CDBB2AF3565A}" type="datetime1">
              <a:rPr lang="en-US" smtClean="0"/>
              <a:t>1/4/26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C4483-B21C-CFD1-596E-E649B08B5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665CC-9CD8-A993-93B9-04C28A898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736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F106F18-85D2-4335-F1F7-B254D3567B3A}"/>
              </a:ext>
            </a:extLst>
          </p:cNvPr>
          <p:cNvSpPr/>
          <p:nvPr userDrawn="1"/>
        </p:nvSpPr>
        <p:spPr>
          <a:xfrm>
            <a:off x="0" y="0"/>
            <a:ext cx="12192000" cy="12752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A91A35-CCC0-CAD3-DA8E-FC4441ED7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3868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C9E73-6861-59B2-EF03-B5802913C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4513"/>
            <a:ext cx="10515600" cy="4572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 marL="685800" indent="-228600">
              <a:buFont typeface="System Font Regular"/>
              <a:buChar char="⁃"/>
              <a:defRPr>
                <a:solidFill>
                  <a:schemeClr val="tx2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chemeClr val="tx2"/>
                </a:solidFill>
              </a:defRPr>
            </a:lvl3pPr>
            <a:lvl4pPr marL="1600200" indent="-228600">
              <a:buFont typeface="Wingdings" pitchFamily="2" charset="2"/>
              <a:buChar char="§"/>
              <a:defRPr>
                <a:solidFill>
                  <a:schemeClr val="tx2"/>
                </a:solidFill>
              </a:defRPr>
            </a:lvl4pPr>
            <a:lvl5pPr marL="2057400" indent="-228600">
              <a:buFont typeface="Wingdings" pitchFamily="2" charset="2"/>
              <a:buChar char="v"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25585-E2AB-2D0C-2F97-EE52D0FBA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51764-61EC-0745-BACA-CDBB2AF3565A}" type="datetime1">
              <a:rPr lang="en-US" smtClean="0"/>
              <a:t>1/4/26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C4483-B21C-CFD1-596E-E649B08B5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665CC-9CD8-A993-93B9-04C28A898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965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9CEB2-C986-A7F2-0B11-0608027C4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5400" b="1">
                <a:solidFill>
                  <a:schemeClr val="tx2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97D08-69B3-A7A6-7FD6-E59E39791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D94B9-8881-3A1E-2778-DCAEABB75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0CE77-BDFC-2345-BDB8-0FD40C00A8A6}" type="datetime1">
              <a:rPr lang="en-US" smtClean="0"/>
              <a:t>1/4/26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3410D-56A9-C431-9D8B-22D6A4EAB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6E16AE-F01F-6296-573B-0B163565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5113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D06F5-2E0C-2D99-D8FE-03F33EF05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44498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FC7BD-0C87-725C-6BC8-2BC191B53A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13840"/>
            <a:ext cx="5181600" cy="466312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F1CF4A-088F-741F-ABD5-62B263F34E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13840"/>
            <a:ext cx="5181600" cy="466312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5E41DA-317A-7B00-4BBD-C36A940A5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FE1FA-DD8A-034D-84D2-F316FB5F58D4}" type="datetime1">
              <a:rPr lang="en-US" smtClean="0"/>
              <a:t>1/4/26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556F1-192A-67CA-8715-FBAA8A665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D87A0-46C1-E0E5-E01A-53642F0B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534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-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82D6B20-C5A2-0ED7-E0E0-94853309A749}"/>
              </a:ext>
            </a:extLst>
          </p:cNvPr>
          <p:cNvSpPr/>
          <p:nvPr userDrawn="1"/>
        </p:nvSpPr>
        <p:spPr>
          <a:xfrm>
            <a:off x="0" y="0"/>
            <a:ext cx="12192000" cy="12752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3D06F5-2E0C-2D99-D8FE-03F33EF05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44498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FC7BD-0C87-725C-6BC8-2BC191B53A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513840"/>
            <a:ext cx="5181600" cy="466312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F1CF4A-088F-741F-ABD5-62B263F34E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13840"/>
            <a:ext cx="5181600" cy="466312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5E41DA-317A-7B00-4BBD-C36A940A5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FE1FA-DD8A-034D-84D2-F316FB5F58D4}" type="datetime1">
              <a:rPr lang="en-US" smtClean="0"/>
              <a:t>1/4/26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556F1-192A-67CA-8715-FBAA8A665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D87A0-46C1-E0E5-E01A-53642F0B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617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D6AF4-284E-3343-5E1A-7A8BDE285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36525"/>
            <a:ext cx="10515600" cy="1133850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E904C-3FB4-3108-6085-E3FDE3824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475769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28C70-155F-2658-FA47-58336E54E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7599"/>
            <a:ext cx="5157787" cy="38020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EC0AE9-88EC-EFA7-A2FA-96777E131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475769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53DE3-D578-D531-EFC2-99704B869A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7599"/>
            <a:ext cx="5183188" cy="38020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173AC8-2688-9F4E-BA37-118662436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46F44-629A-BB43-818D-6F9EC1C7E32A}" type="datetime1">
              <a:rPr lang="en-US" smtClean="0"/>
              <a:t>1/4/26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CA63BE-9875-F471-6F06-3184048BC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981C0-1F4F-A15C-E27A-DBFFFB4FB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794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-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38C4D17-F1CC-76A3-691C-0E87959D089E}"/>
              </a:ext>
            </a:extLst>
          </p:cNvPr>
          <p:cNvSpPr/>
          <p:nvPr userDrawn="1"/>
        </p:nvSpPr>
        <p:spPr>
          <a:xfrm>
            <a:off x="0" y="0"/>
            <a:ext cx="12192000" cy="12752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2D6AF4-284E-3343-5E1A-7A8BDE285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36525"/>
            <a:ext cx="10515600" cy="1133850"/>
          </a:xfrm>
          <a:prstGeom prst="rect">
            <a:avLst/>
          </a:prstGeo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E904C-3FB4-3108-6085-E3FDE3824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475769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28C70-155F-2658-FA47-58336E54E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7599"/>
            <a:ext cx="5157787" cy="38020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EC0AE9-88EC-EFA7-A2FA-96777E131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475769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953DE3-D578-D531-EFC2-99704B869A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7599"/>
            <a:ext cx="5183188" cy="38020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173AC8-2688-9F4E-BA37-118662436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46F44-629A-BB43-818D-6F9EC1C7E32A}" type="datetime1">
              <a:rPr lang="en-US" smtClean="0"/>
              <a:t>1/4/26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CA63BE-9875-F471-6F06-3184048BC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5981C0-1F4F-A15C-E27A-DBFFFB4FB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5317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C5763-ACF1-442E-5B70-85506576F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44498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51D211-E4EA-54E9-9D2F-615A4DD8F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80F29-027C-384C-B6D8-6F876AF366C4}" type="datetime1">
              <a:rPr lang="en-US" smtClean="0"/>
              <a:t>1/4/26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C1C357-4E63-03DE-92C3-396ED0283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BB03D-8671-3D4C-1CF5-30C47580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411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34956EA-2436-587A-62B2-5136C1640414}"/>
              </a:ext>
            </a:extLst>
          </p:cNvPr>
          <p:cNvSpPr/>
          <p:nvPr userDrawn="1"/>
        </p:nvSpPr>
        <p:spPr>
          <a:xfrm>
            <a:off x="0" y="0"/>
            <a:ext cx="12192000" cy="12752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1C5763-ACF1-442E-5B70-85506576F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444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51D211-E4EA-54E9-9D2F-615A4DD8F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80F29-027C-384C-B6D8-6F876AF366C4}" type="datetime1">
              <a:rPr lang="en-US" smtClean="0"/>
              <a:t>1/4/26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C1C357-4E63-03DE-92C3-396ED0283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BB03D-8671-3D4C-1CF5-30C47580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10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FC7BD-0C87-725C-6BC8-2BC191B53A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5226" y="533400"/>
            <a:ext cx="6000774" cy="503925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F1CF4A-088F-741F-ABD5-62B263F34E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533400"/>
            <a:ext cx="6000774" cy="503925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5E41DA-317A-7B00-4BBD-C36A940A5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FE1FA-DD8A-034D-84D2-F316FB5F58D4}" type="datetime1">
              <a:rPr lang="en-US" smtClean="0"/>
              <a:t>1/4/26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556F1-192A-67CA-8715-FBAA8A665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4D87A0-46C1-E0E5-E01A-53642F0B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955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58109-6791-11A2-F25C-0024E13FB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8491F-F83F-F542-9093-CC1A93362910}" type="datetime1">
              <a:rPr lang="en-US" smtClean="0"/>
              <a:t>1/4/26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1E07A9-B654-7584-4D82-804C2329D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1D527-E44C-85E6-1B4F-7D0BEE2E5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4714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8659D-8F1B-4207-D49E-5FB104D26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C10DE-055B-6F88-F5AF-59D1B2FDC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DB5D5-BB06-FAC3-59E5-3E00EB5FE7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25FD6-CDF0-EE99-5EDA-6ED9F178F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A44C5-61C1-2B4A-A1E2-F762211CF801}" type="datetime1">
              <a:rPr lang="en-US" smtClean="0"/>
              <a:t>1/4/26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4F0D75-2B59-3C30-E384-5BDC083F2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D96197-FA97-0837-8446-C8FC7FE4B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3686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ACAD6-27FB-8EA8-2243-E6E3E13DC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3E4144-9ACB-E5C1-F28F-CB7BE9D244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0B771D-9F7A-DF12-B08F-7DC4C3CC8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68690C-8F60-C2C0-D94D-44741A4F1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511E6-AB36-D146-9023-8AE1EDA16D1B}" type="datetime1">
              <a:rPr lang="en-US" smtClean="0"/>
              <a:t>1/4/26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91552-CDA5-01F3-F01B-7A9DC6C3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3665B6-C3E3-0164-D5AD-B8B740232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417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BE003-3F1C-9490-2EC2-9D97BEBA3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3FCD84-1507-BDBB-00B6-FE2E03864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12521-36CA-81E6-7A7E-3D9F65FB3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CE15E-7F44-0E48-9D35-0F71CB52ED3A}" type="datetime1">
              <a:rPr lang="en-US" smtClean="0"/>
              <a:t>1/4/26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7FD15D-B008-EC0E-A36F-3FD72A8E0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FB635F-92DA-CA7B-BDF5-C27ED242F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257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8FC8B0-12AC-F948-1781-C4EF69BF5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FEDF45-4AD3-E261-089D-4AC0A51D55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6C2B3-D95C-E60A-A69A-837883DA7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861E3-15E2-8746-BD5F-A4D108967617}" type="datetime1">
              <a:rPr lang="en-US" smtClean="0"/>
              <a:t>1/4/26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1F854-2308-DC3C-A700-39A779282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3DD643-FFCB-85E0-DB66-AD45B8F87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21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FEF1D6-3A25-2248-F9A5-546ACFF73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1463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36FEB3-E70B-1095-B9CB-1A43E6528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04513"/>
            <a:ext cx="10515600" cy="4572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5347B-9110-4314-75E7-64F63280CB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14C17-1023-AA45-AD53-B9569B6D2DD5}" type="datetime1">
              <a:rPr lang="en-US" smtClean="0"/>
              <a:t>1/4/26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84EB0-CD86-1D1D-BA3E-CE6973A8A0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EAEA0D-B4F3-57A6-0CC8-D3F8BDADA1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21D1EA-C39B-1047-A13F-600ACDC1B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605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51" r:id="rId4"/>
    <p:sldLayoutId id="2147483652" r:id="rId5"/>
    <p:sldLayoutId id="2147483662" r:id="rId6"/>
    <p:sldLayoutId id="2147483653" r:id="rId7"/>
    <p:sldLayoutId id="2147483663" r:id="rId8"/>
    <p:sldLayoutId id="2147483654" r:id="rId9"/>
    <p:sldLayoutId id="2147483664" r:id="rId10"/>
    <p:sldLayoutId id="2147483660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hf hdr="0" ftr="0" dt="0"/>
  <p:txStyles>
    <p:titleStyle>
      <a:lvl1pPr marL="0" marR="0" indent="0" algn="l" defTabSz="914400" rtl="0" eaLnBrk="1" fontAlgn="auto" latinLnBrk="0" hangingPunct="1">
        <a:lnSpc>
          <a:spcPct val="90000"/>
        </a:lnSpc>
        <a:spcBef>
          <a:spcPct val="0"/>
        </a:spcBef>
        <a:spcAft>
          <a:spcPts val="0"/>
        </a:spcAft>
        <a:buClrTx/>
        <a:buSzTx/>
        <a:buFontTx/>
        <a:buNone/>
        <a:tabLst/>
        <a:defRPr sz="3600" b="1" kern="1200">
          <a:solidFill>
            <a:schemeClr val="tx2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System Font Regular"/>
        <a:buChar char="⁃"/>
        <a:defRPr sz="24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8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v"/>
        <a:defRPr sz="18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D2A9-D095-6202-D09C-5AAF3ADE1D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DNA-seq alignments and genome analysis</a:t>
            </a:r>
            <a:br>
              <a:rPr lang="en-US" dirty="0"/>
            </a:br>
            <a:r>
              <a:rPr lang="en-US" sz="4000" b="0" dirty="0"/>
              <a:t>Quantitative Methods Workshop 2026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5F5B17-4B5E-D0A3-ED63-93F4F28F7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Erik Owen</a:t>
            </a:r>
          </a:p>
          <a:p>
            <a:r>
              <a:rPr lang="en-US"/>
              <a:t>January 5, 2026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56A5B-8A71-2542-4B09-F6B7E621B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1D1EA-C39B-1047-A13F-600ACDC1B05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0065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50611_Page_Lab_Template" id="{1523359E-377B-C443-889E-91AF2EF493BC}" vid="{EC85D8B5-4693-7949-9742-A202B750CF9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</TotalTime>
  <Words>17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Arial</vt:lpstr>
      <vt:lpstr>Calibri</vt:lpstr>
      <vt:lpstr>Century Gothic</vt:lpstr>
      <vt:lpstr>Courier New</vt:lpstr>
      <vt:lpstr>System Font Regular</vt:lpstr>
      <vt:lpstr>Wingdings</vt:lpstr>
      <vt:lpstr>Office Theme</vt:lpstr>
      <vt:lpstr>DNA-seq alignments and genome analysis Quantitative Methods Workshop 2026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Owen</dc:creator>
  <cp:lastModifiedBy>Erik Owen</cp:lastModifiedBy>
  <cp:revision>1</cp:revision>
  <dcterms:created xsi:type="dcterms:W3CDTF">2026-01-04T23:48:44Z</dcterms:created>
  <dcterms:modified xsi:type="dcterms:W3CDTF">2026-01-04T23:51:08Z</dcterms:modified>
</cp:coreProperties>
</file>